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12"/>
  </p:notesMasterIdLst>
  <p:sldIdLst>
    <p:sldId id="256" r:id="rId5"/>
    <p:sldId id="257" r:id="rId6"/>
    <p:sldId id="258" r:id="rId7"/>
    <p:sldId id="261" r:id="rId8"/>
    <p:sldId id="262" r:id="rId9"/>
    <p:sldId id="264" r:id="rId10"/>
    <p:sldId id="260" r:id="rId11"/>
  </p:sldIdLst>
  <p:sldSz cx="12192000" cy="6858000"/>
  <p:notesSz cx="6858000" cy="9144000"/>
  <p:embeddedFontLst>
    <p:embeddedFont>
      <p:font typeface="Play" panose="020B0604020202020204" charset="0"/>
      <p:regular r:id="rId13"/>
      <p:bold r:id="rId14"/>
    </p:embeddedFont>
    <p:embeddedFont>
      <p:font typeface="Rajdhani" panose="020B0604020202020204" charset="0"/>
      <p:regular r:id="rId15"/>
      <p:bold r:id="rId16"/>
    </p:embeddedFont>
    <p:embeddedFont>
      <p:font typeface="Rajdhani Light" panose="020B0604020202020204" charset="0"/>
      <p:regular r:id="rId17"/>
      <p:bold r:id="rId18"/>
    </p:embeddedFont>
    <p:embeddedFont>
      <p:font typeface="Tahoma" panose="020B0604030504040204" pitchFamily="34" charset="0"/>
      <p:regular r:id="rId19"/>
      <p:bold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5" roundtripDataSignature="AMtx7mitFPY0e+Edg4Ea1pu8BmCcCiwPQ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082EA76-EA06-4F9E-9ED9-37F91A5B7889}">
  <a:tblStyle styleId="{B082EA76-EA06-4F9E-9ED9-37F91A5B788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BA77A962-48AE-49BB-935B-96B2AADE0DDA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0F0F0"/>
          </a:solidFill>
        </a:fill>
      </a:tcStyle>
    </a:wholeTbl>
    <a:band1H>
      <a:tcTxStyle/>
      <a:tcStyle>
        <a:tcBdr/>
        <a:fill>
          <a:solidFill>
            <a:srgbClr val="E0E0E0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0E0E0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3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3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4C68B797-1714-484A-B493-EA40315355F7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84E427A-3D55-4303-BF80-6455036E1DE7}" styleName="Estilo temático 1 - Énfasis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2833802-FEF1-4C79-8D5D-14CF1EAF98D9}" styleName="Estilo claro 2 - Acent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DA37D80-6434-44D0-A028-1B22A696006F}" styleName="Estilo claro 3 - Acento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Estilo medio 1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91" d="100"/>
          <a:sy n="91" d="100"/>
        </p:scale>
        <p:origin x="216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customschemas.google.com/relationships/presentationmetadata" Target="metadata"/><Relationship Id="rId2" Type="http://schemas.openxmlformats.org/officeDocument/2006/relationships/customXml" Target="../customXml/item2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font" Target="fonts/font3.fntdata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font" Target="fonts/font7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2.fntdata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nrique Godinez Vargas" userId="f98f3cb95f842824" providerId="LiveId" clId="{68E8E249-CEBB-4B75-AA5F-CE5EE0B25ADF}"/>
    <pc:docChg chg="modSld">
      <pc:chgData name="Enrique Godinez Vargas" userId="f98f3cb95f842824" providerId="LiveId" clId="{68E8E249-CEBB-4B75-AA5F-CE5EE0B25ADF}" dt="2025-11-25T15:15:51.678" v="0" actId="20577"/>
      <pc:docMkLst>
        <pc:docMk/>
      </pc:docMkLst>
      <pc:sldChg chg="modSp mod">
        <pc:chgData name="Enrique Godinez Vargas" userId="f98f3cb95f842824" providerId="LiveId" clId="{68E8E249-CEBB-4B75-AA5F-CE5EE0B25ADF}" dt="2025-11-25T15:15:51.678" v="0" actId="20577"/>
        <pc:sldMkLst>
          <pc:docMk/>
          <pc:sldMk cId="546231379" sldId="261"/>
        </pc:sldMkLst>
        <pc:graphicFrameChg chg="modGraphic">
          <ac:chgData name="Enrique Godinez Vargas" userId="f98f3cb95f842824" providerId="LiveId" clId="{68E8E249-CEBB-4B75-AA5F-CE5EE0B25ADF}" dt="2025-11-25T15:15:51.678" v="0" actId="20577"/>
          <ac:graphicFrameMkLst>
            <pc:docMk/>
            <pc:sldMk cId="546231379" sldId="261"/>
            <ac:graphicFrameMk id="3" creationId="{5861CB69-B339-C7D5-6CD8-F9634D28EADA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>
  <p:cSld name="Diapositiva de título">
    <p:bg>
      <p:bgPr>
        <a:solidFill>
          <a:schemeClr val="dk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19" name="Google Shape;19;p6"/>
          <p:cNvSpPr txBox="1"/>
          <p:nvPr/>
        </p:nvSpPr>
        <p:spPr>
          <a:xfrm>
            <a:off x="7449814" y="4869210"/>
            <a:ext cx="1789272" cy="512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000" b="0" i="0" u="none" strike="noStrike" cap="none">
                <a:solidFill>
                  <a:srgbClr val="E4CDB1"/>
                </a:solidFill>
                <a:latin typeface="Rajdhani Light"/>
                <a:ea typeface="Rajdhani Light"/>
                <a:cs typeface="Rajdhani Light"/>
                <a:sym typeface="Rajdhani Light"/>
              </a:rPr>
              <a:t>Thank you!</a:t>
            </a:r>
            <a:endParaRPr/>
          </a:p>
        </p:txBody>
      </p:sp>
      <p:pic>
        <p:nvPicPr>
          <p:cNvPr id="20" name="Google Shape;20;p6" descr="Imag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602058" y="4434734"/>
            <a:ext cx="1135216" cy="11620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0" algn="l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457200" marR="0" lvl="2" indent="0" algn="l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457200" marR="0" lvl="3" indent="0" algn="l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457200" marR="0" lvl="4" indent="0" algn="l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457200" marR="0" lvl="5" indent="0" algn="l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457200" marR="0" lvl="6" indent="0" algn="l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457200" marR="0" lvl="7" indent="0" algn="l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57200" marR="0" lvl="8" indent="0" algn="l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25" name="Google Shape;25;p7"/>
          <p:cNvSpPr/>
          <p:nvPr/>
        </p:nvSpPr>
        <p:spPr>
          <a:xfrm>
            <a:off x="1" y="745"/>
            <a:ext cx="12192000" cy="983556"/>
          </a:xfrm>
          <a:prstGeom prst="rect">
            <a:avLst/>
          </a:prstGeom>
          <a:solidFill>
            <a:srgbClr val="373535"/>
          </a:solidFill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" name="Google Shape;26;p7" descr="Imag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54805" y="532670"/>
            <a:ext cx="390528" cy="2300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7" descr="Imag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3502" y="6242886"/>
            <a:ext cx="173553" cy="400966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7"/>
          <p:cNvSpPr txBox="1"/>
          <p:nvPr/>
        </p:nvSpPr>
        <p:spPr>
          <a:xfrm>
            <a:off x="11353800" y="6335418"/>
            <a:ext cx="5440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200" b="1" i="0" u="none" strike="noStrike" cap="none">
                <a:solidFill>
                  <a:srgbClr val="E4D2B8"/>
                </a:solidFill>
                <a:latin typeface="Rajdhani"/>
                <a:ea typeface="Rajdhani"/>
                <a:cs typeface="Rajdhani"/>
                <a:sym typeface="Rajdhani"/>
              </a:rPr>
              <a:t>‹#›</a:t>
            </a:fld>
            <a:endParaRPr sz="1200" b="1" i="0" u="none" strike="noStrike" cap="none">
              <a:solidFill>
                <a:srgbClr val="E4D2B8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pic>
        <p:nvPicPr>
          <p:cNvPr id="29" name="Google Shape;29;p7" descr="Image"/>
          <p:cNvPicPr preferRelativeResize="0"/>
          <p:nvPr/>
        </p:nvPicPr>
        <p:blipFill rotWithShape="1">
          <a:blip r:embed="rId4">
            <a:alphaModFix amt="11000"/>
          </a:blip>
          <a:srcRect l="39668" t="61347" r="9539" b="2767"/>
          <a:stretch/>
        </p:blipFill>
        <p:spPr>
          <a:xfrm>
            <a:off x="6095637" y="6453010"/>
            <a:ext cx="6080688" cy="3863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4" name="Google Shape;74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EDDA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2" name="MSIPCMContentMarking" descr="{&quot;HashCode&quot;:-1113653984,&quot;Placement&quot;:&quot;Footer&quot;,&quot;Top&quot;:519.343,&quot;Left&quot;:0.0,&quot;SlideWidth&quot;:960,&quot;SlideHeight&quot;:540}">
            <a:extLst>
              <a:ext uri="{FF2B5EF4-FFF2-40B4-BE49-F238E27FC236}">
                <a16:creationId xmlns:a16="http://schemas.microsoft.com/office/drawing/2014/main" id="{6448CD46-092C-75E1-189E-EB817027555B}"/>
              </a:ext>
            </a:extLst>
          </p:cNvPr>
          <p:cNvSpPr txBox="1"/>
          <p:nvPr userDrawn="1"/>
        </p:nvSpPr>
        <p:spPr>
          <a:xfrm>
            <a:off x="0" y="6595656"/>
            <a:ext cx="2341204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s-MX" sz="1000">
                <a:solidFill>
                  <a:srgbClr val="000000"/>
                </a:solidFill>
                <a:latin typeface="Calibri" panose="020F0502020204030204" pitchFamily="34" charset="0"/>
              </a:rPr>
              <a:t>Información tratada como Confidencial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9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16.xml"/><Relationship Id="rId3" Type="http://schemas.openxmlformats.org/officeDocument/2006/relationships/tags" Target="../tags/tag11.xml"/><Relationship Id="rId7" Type="http://schemas.openxmlformats.org/officeDocument/2006/relationships/tags" Target="../tags/tag15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9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" descr="Cover_SR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10"/>
            <a:ext cx="12192000" cy="6856781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"/>
          <p:cNvSpPr txBox="1"/>
          <p:nvPr/>
        </p:nvSpPr>
        <p:spPr>
          <a:xfrm>
            <a:off x="5876145" y="2817525"/>
            <a:ext cx="6047150" cy="235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s-MX" sz="2500" b="1" dirty="0">
                <a:solidFill>
                  <a:srgbClr val="E4CDB1"/>
                </a:solidFill>
                <a:latin typeface="Rajdhani"/>
                <a:ea typeface="Rajdhani"/>
                <a:cs typeface="Rajdhani"/>
                <a:sym typeface="Rajdhani"/>
              </a:rPr>
              <a:t>Proyecto Concientización en Seguridad de la Información y Campañas de Phishing 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endParaRPr lang="es-MX" sz="2500" b="1" dirty="0">
              <a:solidFill>
                <a:srgbClr val="E4CDB1"/>
              </a:solidFill>
              <a:latin typeface="Rajdhani"/>
              <a:cs typeface="Rajdhan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500" b="1" i="0" u="none" strike="noStrike" cap="none" dirty="0">
                <a:solidFill>
                  <a:srgbClr val="E4CDB1"/>
                </a:solidFill>
                <a:latin typeface="Rajdhani"/>
                <a:ea typeface="Rajdhani"/>
                <a:cs typeface="Rajdhani"/>
                <a:sym typeface="Rajdhani"/>
              </a:rPr>
              <a:t>ESTATUS DE PROYECTO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00" b="1" i="0" u="none" strike="noStrike" cap="none" dirty="0">
              <a:solidFill>
                <a:srgbClr val="E4CDB1"/>
              </a:solidFill>
              <a:latin typeface="Rajdhani"/>
              <a:ea typeface="Rajdhani"/>
              <a:cs typeface="Rajdhani"/>
              <a:sym typeface="Rajdhan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500" b="1" i="0" u="none" strike="noStrike" cap="none" dirty="0">
                <a:solidFill>
                  <a:srgbClr val="E4CDB1"/>
                </a:solidFill>
                <a:latin typeface="Rajdhani"/>
                <a:ea typeface="Rajdhani"/>
                <a:cs typeface="Rajdhani"/>
                <a:sym typeface="Rajdhani"/>
              </a:rPr>
              <a:t>1</a:t>
            </a:r>
            <a:r>
              <a:rPr lang="es-MX" sz="2500" b="1" dirty="0">
                <a:solidFill>
                  <a:srgbClr val="E4CDB1"/>
                </a:solidFill>
                <a:latin typeface="Rajdhani"/>
                <a:ea typeface="Rajdhani"/>
                <a:cs typeface="Rajdhani"/>
                <a:sym typeface="Rajdhani"/>
              </a:rPr>
              <a:t>3</a:t>
            </a:r>
            <a:r>
              <a:rPr lang="es-MX" sz="2500" b="1" i="0" u="none" strike="noStrike" cap="none" dirty="0">
                <a:solidFill>
                  <a:srgbClr val="E4CDB1"/>
                </a:solidFill>
                <a:latin typeface="Rajdhani"/>
                <a:ea typeface="Rajdhani"/>
                <a:cs typeface="Rajdhani"/>
                <a:sym typeface="Rajdhani"/>
              </a:rPr>
              <a:t> de octubre</a:t>
            </a:r>
            <a:r>
              <a:rPr lang="es-MX" sz="2500" b="1" dirty="0">
                <a:solidFill>
                  <a:srgbClr val="E4CDB1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s-MX" sz="2500" b="1" i="0" u="none" strike="noStrike" cap="none" dirty="0">
                <a:solidFill>
                  <a:srgbClr val="E4CDB1"/>
                </a:solidFill>
                <a:latin typeface="Rajdhani"/>
                <a:ea typeface="Rajdhani"/>
                <a:cs typeface="Rajdhani"/>
                <a:sym typeface="Rajdhani"/>
              </a:rPr>
              <a:t>de 2022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 txBox="1"/>
          <p:nvPr/>
        </p:nvSpPr>
        <p:spPr>
          <a:xfrm>
            <a:off x="837117" y="357663"/>
            <a:ext cx="7133176" cy="553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lay"/>
              <a:buNone/>
            </a:pPr>
            <a:r>
              <a:rPr lang="es-MX" sz="3200" b="1" i="0" u="none" strike="noStrike" cap="none" dirty="0">
                <a:solidFill>
                  <a:schemeClr val="lt1"/>
                </a:solidFill>
                <a:latin typeface="Rajdhani" panose="02000000000000000000" pitchFamily="2" charset="0"/>
                <a:ea typeface="Play"/>
                <a:cs typeface="Rajdhani" panose="02000000000000000000" pitchFamily="2" charset="0"/>
                <a:sym typeface="Play"/>
              </a:rPr>
              <a:t>Estatus de Proyecto al 13 de </a:t>
            </a:r>
            <a:r>
              <a:rPr lang="es-MX" sz="3200" b="1" dirty="0">
                <a:solidFill>
                  <a:schemeClr val="lt1"/>
                </a:solidFill>
                <a:latin typeface="Rajdhani" panose="02000000000000000000" pitchFamily="2" charset="0"/>
                <a:ea typeface="Play"/>
                <a:cs typeface="Rajdhani" panose="02000000000000000000" pitchFamily="2" charset="0"/>
                <a:sym typeface="Play"/>
              </a:rPr>
              <a:t>octubre</a:t>
            </a:r>
            <a:endParaRPr sz="1600" b="0" i="0" u="none" strike="noStrike" cap="none" dirty="0">
              <a:solidFill>
                <a:schemeClr val="lt1"/>
              </a:solidFill>
              <a:latin typeface="Rajdhani" panose="02000000000000000000" pitchFamily="2" charset="0"/>
              <a:ea typeface="Play"/>
              <a:cs typeface="Rajdhani" panose="02000000000000000000" pitchFamily="2" charset="0"/>
              <a:sym typeface="Play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484850" y="1217135"/>
            <a:ext cx="5096489" cy="1183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Play"/>
              <a:buNone/>
            </a:pPr>
            <a:r>
              <a:rPr lang="es-MX" sz="2000" b="0" i="0" u="none" strike="noStrike" cap="none" dirty="0">
                <a:solidFill>
                  <a:srgbClr val="262626"/>
                </a:solidFill>
                <a:latin typeface="Rajdhani" panose="02000000000000000000" pitchFamily="2" charset="0"/>
                <a:ea typeface="Play"/>
                <a:cs typeface="Rajdhani" panose="02000000000000000000" pitchFamily="2" charset="0"/>
                <a:sym typeface="Play"/>
              </a:rPr>
              <a:t>Fecha de Inicio: 16/06/2022</a:t>
            </a:r>
            <a:endParaRPr dirty="0">
              <a:latin typeface="Rajdhani" panose="02000000000000000000" pitchFamily="2" charset="0"/>
              <a:cs typeface="Rajdhani" panose="02000000000000000000" pitchFamily="2" charset="0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Play"/>
              <a:buNone/>
            </a:pPr>
            <a:r>
              <a:rPr lang="es-MX" sz="2000" b="0" i="0" u="none" strike="noStrike" cap="none" dirty="0">
                <a:solidFill>
                  <a:srgbClr val="262626"/>
                </a:solidFill>
                <a:latin typeface="Rajdhani" panose="02000000000000000000" pitchFamily="2" charset="0"/>
                <a:ea typeface="Play"/>
                <a:cs typeface="Rajdhani" panose="02000000000000000000" pitchFamily="2" charset="0"/>
                <a:sym typeface="Play"/>
              </a:rPr>
              <a:t>Fecha estimada de fin: 15/06/2023</a:t>
            </a:r>
            <a:endParaRPr sz="1100" b="0" i="0" u="none" strike="noStrike" cap="none" dirty="0">
              <a:solidFill>
                <a:srgbClr val="262626"/>
              </a:solidFill>
              <a:latin typeface="Rajdhani" panose="02000000000000000000" pitchFamily="2" charset="0"/>
              <a:ea typeface="Play"/>
              <a:cs typeface="Rajdhani" panose="02000000000000000000" pitchFamily="2" charset="0"/>
              <a:sym typeface="Play"/>
            </a:endParaRPr>
          </a:p>
        </p:txBody>
      </p:sp>
      <p:graphicFrame>
        <p:nvGraphicFramePr>
          <p:cNvPr id="102" name="Google Shape;102;p2"/>
          <p:cNvGraphicFramePr/>
          <p:nvPr>
            <p:extLst>
              <p:ext uri="{D42A27DB-BD31-4B8C-83A1-F6EECF244321}">
                <p14:modId xmlns:p14="http://schemas.microsoft.com/office/powerpoint/2010/main" val="1999069677"/>
              </p:ext>
            </p:extLst>
          </p:nvPr>
        </p:nvGraphicFramePr>
        <p:xfrm>
          <a:off x="552403" y="2400961"/>
          <a:ext cx="2068475" cy="1463060"/>
        </p:xfrm>
        <a:graphic>
          <a:graphicData uri="http://schemas.openxmlformats.org/drawingml/2006/table">
            <a:tbl>
              <a:tblPr firstRow="1" bandRow="1">
                <a:noFill/>
                <a:tableStyleId>{B082EA76-EA06-4F9E-9ED9-37F91A5B7889}</a:tableStyleId>
              </a:tblPr>
              <a:tblGrid>
                <a:gridCol w="2068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1666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600" u="none" strike="noStrike" cap="none" dirty="0">
                          <a:solidFill>
                            <a:schemeClr val="lt1"/>
                          </a:solidFill>
                          <a:latin typeface="Rajdhani" panose="02000000000000000000" pitchFamily="2" charset="0"/>
                          <a:cs typeface="Rajdhani" panose="02000000000000000000" pitchFamily="2" charset="0"/>
                        </a:rPr>
                        <a:t>% COMPLETADO</a:t>
                      </a:r>
                      <a:endParaRPr dirty="0">
                        <a:latin typeface="Rajdhani" panose="02000000000000000000" pitchFamily="2" charset="0"/>
                        <a:cs typeface="Rajdhani" panose="02000000000000000000" pitchFamily="2" charset="0"/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39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sz="5400" b="0" i="0" u="none" strike="noStrike" cap="none" dirty="0">
                          <a:solidFill>
                            <a:schemeClr val="lt1"/>
                          </a:solidFill>
                          <a:latin typeface="Rajdhani" panose="02000000000000000000" pitchFamily="2" charset="0"/>
                          <a:cs typeface="Rajdhani" panose="02000000000000000000" pitchFamily="2" charset="0"/>
                          <a:sym typeface="Arial"/>
                        </a:rPr>
                        <a:t>26%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latin typeface="Rajdhani" panose="02000000000000000000" pitchFamily="2" charset="0"/>
                        <a:cs typeface="Rajdhani" panose="02000000000000000000" pitchFamily="2" charset="0"/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3" name="Google Shape;103;p2"/>
          <p:cNvGraphicFramePr/>
          <p:nvPr>
            <p:extLst>
              <p:ext uri="{D42A27DB-BD31-4B8C-83A1-F6EECF244321}">
                <p14:modId xmlns:p14="http://schemas.microsoft.com/office/powerpoint/2010/main" val="1650877581"/>
              </p:ext>
            </p:extLst>
          </p:nvPr>
        </p:nvGraphicFramePr>
        <p:xfrm>
          <a:off x="5678906" y="1217135"/>
          <a:ext cx="6117424" cy="2438480"/>
        </p:xfrm>
        <a:graphic>
          <a:graphicData uri="http://schemas.openxmlformats.org/drawingml/2006/table">
            <a:tbl>
              <a:tblPr firstRow="1" bandRow="1">
                <a:noFill/>
                <a:tableStyleId>{BA77A962-48AE-49BB-935B-96B2AADE0DDA}</a:tableStyleId>
              </a:tblPr>
              <a:tblGrid>
                <a:gridCol w="2589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59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24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94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240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400" dirty="0">
                          <a:latin typeface="Rajdhani" panose="02000000000000000000" pitchFamily="2" charset="0"/>
                          <a:cs typeface="Rajdhani" panose="02000000000000000000" pitchFamily="2" charset="0"/>
                        </a:rPr>
                        <a:t>Etapa</a:t>
                      </a:r>
                      <a:endParaRPr dirty="0">
                        <a:latin typeface="Rajdhani" panose="02000000000000000000" pitchFamily="2" charset="0"/>
                        <a:cs typeface="Rajdhani" panose="02000000000000000000" pitchFamily="2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400" dirty="0">
                          <a:latin typeface="Rajdhani" panose="02000000000000000000" pitchFamily="2" charset="0"/>
                          <a:cs typeface="Rajdhani" panose="02000000000000000000" pitchFamily="2" charset="0"/>
                        </a:rPr>
                        <a:t>Fecha inicio</a:t>
                      </a:r>
                      <a:endParaRPr dirty="0">
                        <a:latin typeface="Rajdhani" panose="02000000000000000000" pitchFamily="2" charset="0"/>
                        <a:cs typeface="Rajdhani" panose="02000000000000000000" pitchFamily="2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400" dirty="0">
                          <a:latin typeface="Rajdhani" panose="02000000000000000000" pitchFamily="2" charset="0"/>
                          <a:cs typeface="Rajdhani" panose="02000000000000000000" pitchFamily="2" charset="0"/>
                        </a:rPr>
                        <a:t>Fecha fin</a:t>
                      </a:r>
                      <a:endParaRPr dirty="0">
                        <a:latin typeface="Rajdhani" panose="02000000000000000000" pitchFamily="2" charset="0"/>
                        <a:cs typeface="Rajdhani" panose="02000000000000000000" pitchFamily="2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s-MX" sz="1400" dirty="0">
                          <a:latin typeface="Rajdhani" panose="02000000000000000000" pitchFamily="2" charset="0"/>
                          <a:cs typeface="Rajdhani" panose="02000000000000000000" pitchFamily="2" charset="0"/>
                        </a:rPr>
                        <a:t>% completado</a:t>
                      </a:r>
                      <a:endParaRPr sz="1400" dirty="0">
                        <a:latin typeface="Rajdhani" panose="02000000000000000000" pitchFamily="2" charset="0"/>
                        <a:cs typeface="Rajdhani" panose="02000000000000000000" pitchFamily="2" charset="0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400" dirty="0">
                          <a:solidFill>
                            <a:schemeClr val="bg1"/>
                          </a:solidFill>
                          <a:latin typeface="Rajdhani" panose="02000000000000000000" pitchFamily="2" charset="0"/>
                          <a:cs typeface="Rajdhani" panose="02000000000000000000" pitchFamily="2" charset="0"/>
                        </a:rPr>
                        <a:t>Planeación</a:t>
                      </a:r>
                      <a:endParaRPr dirty="0">
                        <a:solidFill>
                          <a:schemeClr val="bg1"/>
                        </a:solidFill>
                        <a:latin typeface="Rajdhani" panose="02000000000000000000" pitchFamily="2" charset="0"/>
                        <a:cs typeface="Rajdhani" panose="02000000000000000000" pitchFamily="2" charset="0"/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400" dirty="0">
                          <a:solidFill>
                            <a:schemeClr val="bg1"/>
                          </a:solidFill>
                          <a:latin typeface="Rajdhani" panose="02000000000000000000" pitchFamily="2" charset="0"/>
                          <a:cs typeface="Rajdhani" panose="02000000000000000000" pitchFamily="2" charset="0"/>
                        </a:rPr>
                        <a:t>15/06/22</a:t>
                      </a:r>
                      <a:endParaRPr dirty="0">
                        <a:solidFill>
                          <a:schemeClr val="bg1"/>
                        </a:solidFill>
                        <a:latin typeface="Rajdhani" panose="02000000000000000000" pitchFamily="2" charset="0"/>
                        <a:cs typeface="Rajdhani" panose="02000000000000000000" pitchFamily="2" charset="0"/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400" dirty="0">
                          <a:solidFill>
                            <a:schemeClr val="bg1"/>
                          </a:solidFill>
                          <a:latin typeface="Rajdhani" panose="02000000000000000000" pitchFamily="2" charset="0"/>
                          <a:cs typeface="Rajdhani" panose="02000000000000000000" pitchFamily="2" charset="0"/>
                        </a:rPr>
                        <a:t>29/06/22</a:t>
                      </a:r>
                      <a:endParaRPr dirty="0">
                        <a:solidFill>
                          <a:schemeClr val="bg1"/>
                        </a:solidFill>
                        <a:latin typeface="Rajdhani" panose="02000000000000000000" pitchFamily="2" charset="0"/>
                        <a:cs typeface="Rajdhani" panose="02000000000000000000" pitchFamily="2" charset="0"/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400" b="1" dirty="0">
                          <a:solidFill>
                            <a:schemeClr val="bg1"/>
                          </a:solidFill>
                          <a:latin typeface="Rajdhani" panose="02000000000000000000" pitchFamily="2" charset="0"/>
                          <a:cs typeface="Rajdhani" panose="02000000000000000000" pitchFamily="2" charset="0"/>
                        </a:rPr>
                        <a:t>100%</a:t>
                      </a:r>
                      <a:endParaRPr b="1" dirty="0">
                        <a:solidFill>
                          <a:schemeClr val="bg1"/>
                        </a:solidFill>
                        <a:latin typeface="Rajdhani" panose="02000000000000000000" pitchFamily="2" charset="0"/>
                        <a:cs typeface="Rajdhani" panose="02000000000000000000" pitchFamily="2" charset="0"/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3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400" dirty="0">
                          <a:solidFill>
                            <a:schemeClr val="bg1"/>
                          </a:solidFill>
                          <a:latin typeface="Rajdhani" panose="02000000000000000000" pitchFamily="2" charset="0"/>
                          <a:cs typeface="Rajdhani" panose="02000000000000000000" pitchFamily="2" charset="0"/>
                        </a:rPr>
                        <a:t>Ejecución</a:t>
                      </a:r>
                      <a:endParaRPr dirty="0">
                        <a:solidFill>
                          <a:schemeClr val="bg1"/>
                        </a:solidFill>
                        <a:latin typeface="Rajdhani" panose="02000000000000000000" pitchFamily="2" charset="0"/>
                        <a:cs typeface="Rajdhani" panose="02000000000000000000" pitchFamily="2" charset="0"/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400" dirty="0">
                          <a:solidFill>
                            <a:schemeClr val="bg1"/>
                          </a:solidFill>
                          <a:latin typeface="Rajdhani" panose="02000000000000000000" pitchFamily="2" charset="0"/>
                          <a:cs typeface="Rajdhani" panose="02000000000000000000" pitchFamily="2" charset="0"/>
                        </a:rPr>
                        <a:t>15/06/22</a:t>
                      </a:r>
                      <a:endParaRPr dirty="0">
                        <a:solidFill>
                          <a:schemeClr val="bg1"/>
                        </a:solidFill>
                        <a:latin typeface="Rajdhani" panose="02000000000000000000" pitchFamily="2" charset="0"/>
                        <a:cs typeface="Rajdhani" panose="02000000000000000000" pitchFamily="2" charset="0"/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400" dirty="0">
                          <a:solidFill>
                            <a:schemeClr val="bg1"/>
                          </a:solidFill>
                          <a:latin typeface="Rajdhani" panose="02000000000000000000" pitchFamily="2" charset="0"/>
                          <a:cs typeface="Rajdhani" panose="02000000000000000000" pitchFamily="2" charset="0"/>
                        </a:rPr>
                        <a:t>14/06/23</a:t>
                      </a:r>
                      <a:endParaRPr dirty="0">
                        <a:solidFill>
                          <a:schemeClr val="bg1"/>
                        </a:solidFill>
                        <a:latin typeface="Rajdhani" panose="02000000000000000000" pitchFamily="2" charset="0"/>
                        <a:cs typeface="Rajdhani" panose="02000000000000000000" pitchFamily="2" charset="0"/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MX" sz="1400" b="1" i="0" u="none" strike="noStrike" cap="none" dirty="0">
                          <a:solidFill>
                            <a:schemeClr val="dk1"/>
                          </a:solidFill>
                          <a:latin typeface="Rajdhani" panose="02000000000000000000" pitchFamily="2" charset="0"/>
                          <a:cs typeface="Rajdhani" panose="02000000000000000000" pitchFamily="2" charset="0"/>
                          <a:sym typeface="Arial"/>
                        </a:rPr>
                        <a:t>24%</a:t>
                      </a:r>
                      <a:endParaRPr sz="1400" b="1" i="0" u="none" strike="noStrike" cap="none" dirty="0">
                        <a:solidFill>
                          <a:schemeClr val="dk1"/>
                        </a:solidFill>
                        <a:latin typeface="Rajdhani" panose="02000000000000000000" pitchFamily="2" charset="0"/>
                        <a:cs typeface="Rajdhani" panose="02000000000000000000" pitchFamily="2" charset="0"/>
                        <a:sym typeface="Arial"/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3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dirty="0">
                          <a:latin typeface="Rajdhani" panose="02000000000000000000" pitchFamily="2" charset="0"/>
                          <a:cs typeface="Rajdhani" panose="02000000000000000000" pitchFamily="2" charset="0"/>
                        </a:rPr>
                        <a:t>       Programa de concientización</a:t>
                      </a:r>
                      <a:endParaRPr dirty="0">
                        <a:latin typeface="Rajdhani" panose="02000000000000000000" pitchFamily="2" charset="0"/>
                        <a:cs typeface="Rajdhani" panose="02000000000000000000" pitchFamily="2" charset="0"/>
                      </a:endParaRPr>
                    </a:p>
                  </a:txBody>
                  <a:tcPr marL="91450" marR="91450" marT="45725" marB="45725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dirty="0">
                          <a:latin typeface="Rajdhani" panose="02000000000000000000" pitchFamily="2" charset="0"/>
                          <a:cs typeface="Rajdhani" panose="02000000000000000000" pitchFamily="2" charset="0"/>
                        </a:rPr>
                        <a:t>23/06/22</a:t>
                      </a:r>
                      <a:endParaRPr dirty="0">
                        <a:latin typeface="Rajdhani" panose="02000000000000000000" pitchFamily="2" charset="0"/>
                        <a:cs typeface="Rajdhani" panose="02000000000000000000" pitchFamily="2" charset="0"/>
                      </a:endParaRPr>
                    </a:p>
                  </a:txBody>
                  <a:tcPr marL="91450" marR="91450" marT="45725" marB="45725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dirty="0">
                          <a:latin typeface="Rajdhani" panose="02000000000000000000" pitchFamily="2" charset="0"/>
                          <a:cs typeface="Rajdhani" panose="02000000000000000000" pitchFamily="2" charset="0"/>
                        </a:rPr>
                        <a:t>15/05/23</a:t>
                      </a:r>
                      <a:endParaRPr dirty="0">
                        <a:latin typeface="Rajdhani" panose="02000000000000000000" pitchFamily="2" charset="0"/>
                        <a:cs typeface="Rajdhani" panose="02000000000000000000" pitchFamily="2" charset="0"/>
                      </a:endParaRPr>
                    </a:p>
                  </a:txBody>
                  <a:tcPr marL="91450" marR="91450" marT="45725" marB="45725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b="1" dirty="0">
                          <a:latin typeface="Rajdhani" panose="02000000000000000000" pitchFamily="2" charset="0"/>
                          <a:cs typeface="Rajdhani" panose="02000000000000000000" pitchFamily="2" charset="0"/>
                        </a:rPr>
                        <a:t>50%</a:t>
                      </a:r>
                      <a:endParaRPr b="1" dirty="0">
                        <a:latin typeface="Rajdhani" panose="02000000000000000000" pitchFamily="2" charset="0"/>
                        <a:cs typeface="Rajdhani" panose="02000000000000000000" pitchFamily="2" charset="0"/>
                      </a:endParaRPr>
                    </a:p>
                  </a:txBody>
                  <a:tcPr marL="91450" marR="91450" marT="45725" marB="45725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3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dirty="0">
                          <a:latin typeface="Rajdhani" panose="02000000000000000000" pitchFamily="2" charset="0"/>
                          <a:cs typeface="Rajdhani" panose="02000000000000000000" pitchFamily="2" charset="0"/>
                        </a:rPr>
                        <a:t>       Concientización</a:t>
                      </a:r>
                      <a:endParaRPr dirty="0">
                        <a:latin typeface="Rajdhani" panose="02000000000000000000" pitchFamily="2" charset="0"/>
                        <a:cs typeface="Rajdhani" panose="02000000000000000000" pitchFamily="2" charset="0"/>
                      </a:endParaRPr>
                    </a:p>
                  </a:txBody>
                  <a:tcPr marL="91450" marR="91450" marT="45725" marB="45725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dirty="0">
                          <a:latin typeface="Rajdhani" panose="02000000000000000000" pitchFamily="2" charset="0"/>
                          <a:cs typeface="Rajdhani" panose="02000000000000000000" pitchFamily="2" charset="0"/>
                        </a:rPr>
                        <a:t>25/07/22</a:t>
                      </a:r>
                      <a:endParaRPr dirty="0">
                        <a:latin typeface="Rajdhani" panose="02000000000000000000" pitchFamily="2" charset="0"/>
                        <a:cs typeface="Rajdhani" panose="02000000000000000000" pitchFamily="2" charset="0"/>
                      </a:endParaRPr>
                    </a:p>
                  </a:txBody>
                  <a:tcPr marL="91450" marR="91450" marT="45725" marB="45725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dirty="0">
                          <a:latin typeface="Rajdhani" panose="02000000000000000000" pitchFamily="2" charset="0"/>
                          <a:cs typeface="Rajdhani" panose="02000000000000000000" pitchFamily="2" charset="0"/>
                        </a:rPr>
                        <a:t>12/06/23</a:t>
                      </a:r>
                      <a:endParaRPr dirty="0">
                        <a:latin typeface="Rajdhani" panose="02000000000000000000" pitchFamily="2" charset="0"/>
                        <a:cs typeface="Rajdhani" panose="02000000000000000000" pitchFamily="2" charset="0"/>
                      </a:endParaRPr>
                    </a:p>
                  </a:txBody>
                  <a:tcPr marL="91450" marR="91450" marT="45725" marB="45725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b="1" dirty="0">
                          <a:latin typeface="Rajdhani" panose="02000000000000000000" pitchFamily="2" charset="0"/>
                          <a:cs typeface="Rajdhani" panose="02000000000000000000" pitchFamily="2" charset="0"/>
                        </a:rPr>
                        <a:t>21%</a:t>
                      </a:r>
                      <a:endParaRPr b="1" dirty="0">
                        <a:latin typeface="Rajdhani" panose="02000000000000000000" pitchFamily="2" charset="0"/>
                        <a:cs typeface="Rajdhani" panose="02000000000000000000" pitchFamily="2" charset="0"/>
                      </a:endParaRPr>
                    </a:p>
                  </a:txBody>
                  <a:tcPr marL="91450" marR="91450" marT="45725" marB="45725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3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dirty="0">
                          <a:latin typeface="Rajdhani" panose="02000000000000000000" pitchFamily="2" charset="0"/>
                          <a:cs typeface="Rajdhani" panose="02000000000000000000" pitchFamily="2" charset="0"/>
                        </a:rPr>
                        <a:t>       Capacitación</a:t>
                      </a:r>
                      <a:endParaRPr dirty="0">
                        <a:latin typeface="Rajdhani" panose="02000000000000000000" pitchFamily="2" charset="0"/>
                        <a:cs typeface="Rajdhani" panose="02000000000000000000" pitchFamily="2" charset="0"/>
                      </a:endParaRPr>
                    </a:p>
                  </a:txBody>
                  <a:tcPr marL="91450" marR="91450" marT="45725" marB="45725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dirty="0">
                          <a:latin typeface="Rajdhani" panose="02000000000000000000" pitchFamily="2" charset="0"/>
                          <a:cs typeface="Rajdhani" panose="02000000000000000000" pitchFamily="2" charset="0"/>
                        </a:rPr>
                        <a:t>01/08/22</a:t>
                      </a:r>
                      <a:endParaRPr dirty="0">
                        <a:latin typeface="Rajdhani" panose="02000000000000000000" pitchFamily="2" charset="0"/>
                        <a:cs typeface="Rajdhani" panose="02000000000000000000" pitchFamily="2" charset="0"/>
                      </a:endParaRPr>
                    </a:p>
                  </a:txBody>
                  <a:tcPr marL="91450" marR="91450" marT="45725" marB="45725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dirty="0">
                          <a:latin typeface="Rajdhani" panose="02000000000000000000" pitchFamily="2" charset="0"/>
                          <a:cs typeface="Rajdhani" panose="02000000000000000000" pitchFamily="2" charset="0"/>
                        </a:rPr>
                        <a:t>08/11/22</a:t>
                      </a:r>
                      <a:endParaRPr dirty="0">
                        <a:latin typeface="Rajdhani" panose="02000000000000000000" pitchFamily="2" charset="0"/>
                        <a:cs typeface="Rajdhani" panose="02000000000000000000" pitchFamily="2" charset="0"/>
                      </a:endParaRPr>
                    </a:p>
                  </a:txBody>
                  <a:tcPr marL="91450" marR="91450" marT="45725" marB="45725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b="1" dirty="0">
                          <a:latin typeface="Rajdhani" panose="02000000000000000000" pitchFamily="2" charset="0"/>
                          <a:cs typeface="Rajdhani" panose="02000000000000000000" pitchFamily="2" charset="0"/>
                        </a:rPr>
                        <a:t>58%</a:t>
                      </a:r>
                    </a:p>
                  </a:txBody>
                  <a:tcPr marL="91450" marR="91450" marT="45725" marB="45725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1362484"/>
                  </a:ext>
                </a:extLst>
              </a:tr>
              <a:tr h="253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dirty="0">
                          <a:latin typeface="Rajdhani" panose="02000000000000000000" pitchFamily="2" charset="0"/>
                          <a:cs typeface="Rajdhani" panose="02000000000000000000" pitchFamily="2" charset="0"/>
                        </a:rPr>
                        <a:t>       Interacciones</a:t>
                      </a:r>
                      <a:endParaRPr dirty="0">
                        <a:latin typeface="Rajdhani" panose="02000000000000000000" pitchFamily="2" charset="0"/>
                        <a:cs typeface="Rajdhani" panose="02000000000000000000" pitchFamily="2" charset="0"/>
                      </a:endParaRPr>
                    </a:p>
                  </a:txBody>
                  <a:tcPr marL="91450" marR="91450" marT="45725" marB="45725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dirty="0">
                          <a:latin typeface="Rajdhani" panose="02000000000000000000" pitchFamily="2" charset="0"/>
                          <a:cs typeface="Rajdhani" panose="02000000000000000000" pitchFamily="2" charset="0"/>
                        </a:rPr>
                        <a:t>26/12/22</a:t>
                      </a:r>
                      <a:endParaRPr dirty="0">
                        <a:latin typeface="Rajdhani" panose="02000000000000000000" pitchFamily="2" charset="0"/>
                        <a:cs typeface="Rajdhani" panose="02000000000000000000" pitchFamily="2" charset="0"/>
                      </a:endParaRPr>
                    </a:p>
                  </a:txBody>
                  <a:tcPr marL="91450" marR="91450" marT="45725" marB="45725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dirty="0">
                          <a:latin typeface="Rajdhani" panose="02000000000000000000" pitchFamily="2" charset="0"/>
                          <a:cs typeface="Rajdhani" panose="02000000000000000000" pitchFamily="2" charset="0"/>
                        </a:rPr>
                        <a:t>09/06/23</a:t>
                      </a:r>
                      <a:endParaRPr dirty="0">
                        <a:latin typeface="Rajdhani" panose="02000000000000000000" pitchFamily="2" charset="0"/>
                        <a:cs typeface="Rajdhani" panose="02000000000000000000" pitchFamily="2" charset="0"/>
                      </a:endParaRPr>
                    </a:p>
                  </a:txBody>
                  <a:tcPr marL="91450" marR="91450" marT="45725" marB="45725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b="1" dirty="0">
                          <a:latin typeface="Rajdhani" panose="02000000000000000000" pitchFamily="2" charset="0"/>
                          <a:cs typeface="Rajdhani" panose="02000000000000000000" pitchFamily="2" charset="0"/>
                        </a:rPr>
                        <a:t>0%</a:t>
                      </a:r>
                      <a:endParaRPr b="1" dirty="0">
                        <a:latin typeface="Rajdhani" panose="02000000000000000000" pitchFamily="2" charset="0"/>
                        <a:cs typeface="Rajdhani" panose="02000000000000000000" pitchFamily="2" charset="0"/>
                      </a:endParaRPr>
                    </a:p>
                  </a:txBody>
                  <a:tcPr marL="91450" marR="91450" marT="45725" marB="45725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9680394"/>
                  </a:ext>
                </a:extLst>
              </a:tr>
              <a:tr h="253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400" dirty="0">
                          <a:solidFill>
                            <a:schemeClr val="bg1"/>
                          </a:solidFill>
                          <a:latin typeface="Rajdhani" panose="02000000000000000000" pitchFamily="2" charset="0"/>
                          <a:cs typeface="Rajdhani" panose="02000000000000000000" pitchFamily="2" charset="0"/>
                        </a:rPr>
                        <a:t>Cierre</a:t>
                      </a:r>
                      <a:endParaRPr dirty="0">
                        <a:solidFill>
                          <a:schemeClr val="bg1"/>
                        </a:solidFill>
                        <a:latin typeface="Rajdhani" panose="02000000000000000000" pitchFamily="2" charset="0"/>
                        <a:cs typeface="Rajdhani" panose="02000000000000000000" pitchFamily="2" charset="0"/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400" dirty="0">
                          <a:solidFill>
                            <a:schemeClr val="bg1"/>
                          </a:solidFill>
                          <a:latin typeface="Rajdhani" panose="02000000000000000000" pitchFamily="2" charset="0"/>
                          <a:cs typeface="Rajdhani" panose="02000000000000000000" pitchFamily="2" charset="0"/>
                        </a:rPr>
                        <a:t>29/05/23</a:t>
                      </a:r>
                      <a:endParaRPr dirty="0">
                        <a:solidFill>
                          <a:schemeClr val="bg1"/>
                        </a:solidFill>
                        <a:latin typeface="Rajdhani" panose="02000000000000000000" pitchFamily="2" charset="0"/>
                        <a:cs typeface="Rajdhani" panose="02000000000000000000" pitchFamily="2" charset="0"/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400" dirty="0">
                          <a:solidFill>
                            <a:schemeClr val="bg1"/>
                          </a:solidFill>
                          <a:latin typeface="Rajdhani" panose="02000000000000000000" pitchFamily="2" charset="0"/>
                          <a:cs typeface="Rajdhani" panose="02000000000000000000" pitchFamily="2" charset="0"/>
                        </a:rPr>
                        <a:t>15/06/23</a:t>
                      </a:r>
                      <a:endParaRPr dirty="0">
                        <a:solidFill>
                          <a:schemeClr val="bg1"/>
                        </a:solidFill>
                        <a:latin typeface="Rajdhani" panose="02000000000000000000" pitchFamily="2" charset="0"/>
                        <a:cs typeface="Rajdhani" panose="02000000000000000000" pitchFamily="2" charset="0"/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400" b="1" dirty="0">
                          <a:solidFill>
                            <a:schemeClr val="bg1"/>
                          </a:solidFill>
                          <a:latin typeface="Rajdhani" panose="02000000000000000000" pitchFamily="2" charset="0"/>
                          <a:cs typeface="Rajdhani" panose="02000000000000000000" pitchFamily="2" charset="0"/>
                        </a:rPr>
                        <a:t>No iniciada</a:t>
                      </a:r>
                      <a:endParaRPr b="1" dirty="0">
                        <a:solidFill>
                          <a:schemeClr val="bg1"/>
                        </a:solidFill>
                        <a:latin typeface="Rajdhani" panose="02000000000000000000" pitchFamily="2" charset="0"/>
                        <a:cs typeface="Rajdhani" panose="02000000000000000000" pitchFamily="2" charset="0"/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04" name="Google Shape;104;p2"/>
          <p:cNvGraphicFramePr/>
          <p:nvPr>
            <p:extLst>
              <p:ext uri="{D42A27DB-BD31-4B8C-83A1-F6EECF244321}">
                <p14:modId xmlns:p14="http://schemas.microsoft.com/office/powerpoint/2010/main" val="1043948907"/>
              </p:ext>
            </p:extLst>
          </p:nvPr>
        </p:nvGraphicFramePr>
        <p:xfrm>
          <a:off x="3065654" y="2492588"/>
          <a:ext cx="1723700" cy="1249700"/>
        </p:xfrm>
        <a:graphic>
          <a:graphicData uri="http://schemas.openxmlformats.org/drawingml/2006/table">
            <a:tbl>
              <a:tblPr firstRow="1" bandRow="1">
                <a:noFill/>
                <a:tableStyleId>{B082EA76-EA06-4F9E-9ED9-37F91A5B7889}</a:tableStyleId>
              </a:tblPr>
              <a:tblGrid>
                <a:gridCol w="1723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5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600" cap="none">
                          <a:solidFill>
                            <a:schemeClr val="lt1"/>
                          </a:solidFill>
                          <a:latin typeface="Rajdhani" panose="02000000000000000000" pitchFamily="2" charset="0"/>
                          <a:cs typeface="Rajdhani" panose="02000000000000000000" pitchFamily="2" charset="0"/>
                        </a:rPr>
                        <a:t>% ESPERADO</a:t>
                      </a:r>
                      <a:endParaRPr>
                        <a:latin typeface="Rajdhani" panose="02000000000000000000" pitchFamily="2" charset="0"/>
                        <a:cs typeface="Rajdhani" panose="02000000000000000000" pitchFamily="2" charset="0"/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3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5400" dirty="0">
                          <a:solidFill>
                            <a:schemeClr val="lt1"/>
                          </a:solidFill>
                          <a:latin typeface="Rajdhani" panose="02000000000000000000" pitchFamily="2" charset="0"/>
                          <a:cs typeface="Rajdhani" panose="02000000000000000000" pitchFamily="2" charset="0"/>
                        </a:rPr>
                        <a:t>31%</a:t>
                      </a:r>
                      <a:endParaRPr dirty="0">
                        <a:latin typeface="Rajdhani" panose="02000000000000000000" pitchFamily="2" charset="0"/>
                        <a:cs typeface="Rajdhani" panose="02000000000000000000" pitchFamily="2" charset="0"/>
                      </a:endParaRPr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5" name="Google Shape;105;p2"/>
          <p:cNvGraphicFramePr/>
          <p:nvPr>
            <p:extLst>
              <p:ext uri="{D42A27DB-BD31-4B8C-83A1-F6EECF244321}">
                <p14:modId xmlns:p14="http://schemas.microsoft.com/office/powerpoint/2010/main" val="3717349070"/>
              </p:ext>
            </p:extLst>
          </p:nvPr>
        </p:nvGraphicFramePr>
        <p:xfrm>
          <a:off x="552403" y="4038528"/>
          <a:ext cx="11238544" cy="1551818"/>
        </p:xfrm>
        <a:graphic>
          <a:graphicData uri="http://schemas.openxmlformats.org/drawingml/2006/table">
            <a:tbl>
              <a:tblPr>
                <a:noFill/>
                <a:tableStyleId>{4C68B797-1714-484A-B493-EA40315355F7}</a:tableStyleId>
              </a:tblPr>
              <a:tblGrid>
                <a:gridCol w="42963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470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51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646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Calibri"/>
                        <a:buNone/>
                      </a:pPr>
                      <a:r>
                        <a:rPr lang="es-MX" sz="1200" b="1" i="0" u="none" strike="noStrike" cap="none" dirty="0">
                          <a:solidFill>
                            <a:schemeClr val="lt1"/>
                          </a:solidFill>
                          <a:latin typeface="Rajdhani" panose="02000000000000000000" pitchFamily="2" charset="0"/>
                          <a:ea typeface="Calibri"/>
                          <a:cs typeface="Rajdhani" panose="02000000000000000000" pitchFamily="2" charset="0"/>
                          <a:sym typeface="Calibri"/>
                        </a:rPr>
                        <a:t>Riesgos / Issues</a:t>
                      </a:r>
                      <a:endParaRPr sz="1200" dirty="0">
                        <a:latin typeface="Rajdhani" panose="02000000000000000000" pitchFamily="2" charset="0"/>
                        <a:cs typeface="Rajdhani" panose="02000000000000000000" pitchFamily="2" charset="0"/>
                      </a:endParaRPr>
                    </a:p>
                  </a:txBody>
                  <a:tcPr marL="82950" marR="82950" marT="40500" marB="405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A383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Calibri"/>
                        <a:buNone/>
                      </a:pPr>
                      <a:r>
                        <a:rPr lang="es-MX" sz="1200" b="1" i="0" u="none" strike="noStrike" cap="none" dirty="0">
                          <a:solidFill>
                            <a:schemeClr val="lt1"/>
                          </a:solidFill>
                          <a:latin typeface="Rajdhani" panose="02000000000000000000" pitchFamily="2" charset="0"/>
                          <a:ea typeface="Calibri"/>
                          <a:cs typeface="Rajdhani" panose="02000000000000000000" pitchFamily="2" charset="0"/>
                          <a:sym typeface="Calibri"/>
                        </a:rPr>
                        <a:t>Acción de Mitigación/ Comentarios</a:t>
                      </a:r>
                      <a:endParaRPr sz="1200" dirty="0">
                        <a:latin typeface="Rajdhani" panose="02000000000000000000" pitchFamily="2" charset="0"/>
                        <a:cs typeface="Rajdhani" panose="02000000000000000000" pitchFamily="2" charset="0"/>
                      </a:endParaRPr>
                    </a:p>
                  </a:txBody>
                  <a:tcPr marL="82950" marR="82950" marT="40500" marB="405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A383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Calibri"/>
                        <a:buNone/>
                      </a:pPr>
                      <a:r>
                        <a:rPr lang="es-MX" sz="1200" b="1" i="0" u="none" strike="noStrike" cap="none" dirty="0">
                          <a:solidFill>
                            <a:schemeClr val="lt1"/>
                          </a:solidFill>
                          <a:latin typeface="Rajdhani" panose="02000000000000000000" pitchFamily="2" charset="0"/>
                          <a:cs typeface="Rajdhani" panose="02000000000000000000" pitchFamily="2" charset="0"/>
                          <a:sym typeface="Calibri"/>
                        </a:rPr>
                        <a:t>Responsables </a:t>
                      </a:r>
                      <a:endParaRPr sz="1200" dirty="0">
                        <a:latin typeface="Rajdhani" panose="02000000000000000000" pitchFamily="2" charset="0"/>
                        <a:cs typeface="Rajdhani" panose="02000000000000000000" pitchFamily="2" charset="0"/>
                      </a:endParaRPr>
                    </a:p>
                  </a:txBody>
                  <a:tcPr marL="82950" marR="82950" marT="40500" marB="405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A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MX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Rajdhani" panose="02000000000000000000" pitchFamily="2" charset="0"/>
                          <a:ea typeface="Arial"/>
                          <a:cs typeface="Rajdhani" panose="02000000000000000000" pitchFamily="2" charset="0"/>
                          <a:sym typeface="Arial"/>
                        </a:rPr>
                        <a:t>Atraso en el despliegue del curso de PCI debido: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s-MX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Rajdhani" panose="02000000000000000000" pitchFamily="2" charset="0"/>
                          <a:ea typeface="Arial"/>
                          <a:cs typeface="Rajdhani" panose="02000000000000000000" pitchFamily="2" charset="0"/>
                          <a:sym typeface="Arial"/>
                        </a:rPr>
                        <a:t>-Mayor tiempo de validación del contenido y cambios.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s-MX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Rajdhani" panose="02000000000000000000" pitchFamily="2" charset="0"/>
                          <a:ea typeface="Arial"/>
                          <a:cs typeface="Rajdhani" panose="02000000000000000000" pitchFamily="2" charset="0"/>
                          <a:sym typeface="Arial"/>
                        </a:rPr>
                        <a:t>-Calendario del área de capacitación</a:t>
                      </a:r>
                    </a:p>
                  </a:txBody>
                  <a:tcPr marL="82950" marR="82950" marT="40500" marB="405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74650" marR="0" lvl="0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 panose="020B0604020202020204" pitchFamily="34" charset="0"/>
                        <a:buChar char="•"/>
                      </a:pPr>
                      <a:r>
                        <a:rPr lang="es-MX" sz="1200" b="0" i="0" dirty="0">
                          <a:solidFill>
                            <a:schemeClr val="dk1"/>
                          </a:solidFill>
                          <a:latin typeface="Rajdhani" panose="02000000000000000000" pitchFamily="2" charset="0"/>
                          <a:ea typeface="Calibri"/>
                          <a:cs typeface="Rajdhani" panose="02000000000000000000" pitchFamily="2" charset="0"/>
                          <a:sym typeface="Calibri"/>
                        </a:rPr>
                        <a:t>Reprogramar fecha de curso con área de Capacitación</a:t>
                      </a:r>
                      <a:endParaRPr sz="1200" b="0" i="0" dirty="0">
                        <a:solidFill>
                          <a:schemeClr val="dk1"/>
                        </a:solidFill>
                        <a:latin typeface="Rajdhani" panose="02000000000000000000" pitchFamily="2" charset="0"/>
                        <a:ea typeface="Calibri"/>
                        <a:cs typeface="Rajdhani" panose="02000000000000000000" pitchFamily="2" charset="0"/>
                        <a:sym typeface="Calibri"/>
                      </a:endParaRPr>
                    </a:p>
                  </a:txBody>
                  <a:tcPr marL="82950" marR="82950" marT="40500" marB="4050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s-MX" sz="1200" b="0" i="0" dirty="0">
                          <a:solidFill>
                            <a:schemeClr val="dk1"/>
                          </a:solidFill>
                          <a:latin typeface="Rajdhani" panose="02000000000000000000" pitchFamily="2" charset="0"/>
                          <a:ea typeface="Calibri"/>
                          <a:cs typeface="Rajdhani" panose="02000000000000000000" pitchFamily="2" charset="0"/>
                          <a:sym typeface="Calibri"/>
                        </a:rPr>
                        <a:t>AXO/Valuglobal</a:t>
                      </a:r>
                    </a:p>
                  </a:txBody>
                  <a:tcPr marL="82950" marR="82950" marT="40500" marB="4050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868700"/>
                  </a:ext>
                </a:extLst>
              </a:tr>
              <a:tr h="658298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s-MX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Rajdhani" panose="02000000000000000000" pitchFamily="2" charset="0"/>
                          <a:ea typeface="Arial"/>
                          <a:cs typeface="Rajdhani" panose="02000000000000000000" pitchFamily="2" charset="0"/>
                          <a:sym typeface="Arial"/>
                        </a:rPr>
                        <a:t>Atraso en inicio de campaña 2 debido a repetición de </a:t>
                      </a:r>
                      <a:r>
                        <a:rPr lang="es-MX" sz="12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Rajdhani" panose="02000000000000000000" pitchFamily="2" charset="0"/>
                          <a:ea typeface="Arial"/>
                          <a:cs typeface="Rajdhani" panose="02000000000000000000" pitchFamily="2" charset="0"/>
                          <a:sym typeface="Arial"/>
                        </a:rPr>
                        <a:t>webinar</a:t>
                      </a:r>
                      <a:r>
                        <a:rPr lang="es-MX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Rajdhani" panose="02000000000000000000" pitchFamily="2" charset="0"/>
                          <a:ea typeface="Arial"/>
                          <a:cs typeface="Rajdhani" panose="02000000000000000000" pitchFamily="2" charset="0"/>
                          <a:sym typeface="Arial"/>
                        </a:rPr>
                        <a:t> Y despliegue de material de campaña 1.</a:t>
                      </a:r>
                    </a:p>
                  </a:txBody>
                  <a:tcPr marL="82950" marR="82950" marT="40500" marB="405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74650" marR="0" lvl="0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 panose="020B0604020202020204" pitchFamily="34" charset="0"/>
                        <a:buChar char="•"/>
                      </a:pPr>
                      <a:r>
                        <a:rPr lang="es-MX" sz="1200" b="0" i="0" dirty="0">
                          <a:solidFill>
                            <a:schemeClr val="dk1"/>
                          </a:solidFill>
                          <a:latin typeface="Rajdhani" panose="02000000000000000000" pitchFamily="2" charset="0"/>
                          <a:ea typeface="Calibri"/>
                          <a:cs typeface="Rajdhani" panose="02000000000000000000" pitchFamily="2" charset="0"/>
                          <a:sym typeface="Calibri"/>
                        </a:rPr>
                        <a:t>Reprogramar calendario de fechas de difusión</a:t>
                      </a:r>
                    </a:p>
                  </a:txBody>
                  <a:tcPr marL="82950" marR="82950" marT="40500" marB="4050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  <a:tabLst/>
                        <a:defRPr/>
                      </a:pPr>
                      <a:r>
                        <a:rPr lang="es-MX" sz="1200" b="0" i="0" dirty="0">
                          <a:solidFill>
                            <a:schemeClr val="dk1"/>
                          </a:solidFill>
                          <a:latin typeface="Rajdhani" panose="02000000000000000000" pitchFamily="2" charset="0"/>
                          <a:ea typeface="Calibri"/>
                          <a:cs typeface="Rajdhani" panose="02000000000000000000" pitchFamily="2" charset="0"/>
                          <a:sym typeface="Calibri"/>
                        </a:rPr>
                        <a:t>AXO/Valuglobal</a:t>
                      </a:r>
                    </a:p>
                  </a:txBody>
                  <a:tcPr marL="82950" marR="82950" marT="40500" marB="40500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377218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"/>
          <p:cNvSpPr txBox="1"/>
          <p:nvPr/>
        </p:nvSpPr>
        <p:spPr>
          <a:xfrm>
            <a:off x="727594" y="423802"/>
            <a:ext cx="11694661" cy="553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lay"/>
              <a:buNone/>
            </a:pPr>
            <a:r>
              <a:rPr lang="es-MX" sz="2900" b="1" i="0" u="none" strike="noStrike" cap="none" dirty="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Detalle de actividades para la semana del 20 de </a:t>
            </a:r>
            <a:r>
              <a:rPr lang="es-MX" sz="2900" b="1" dirty="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octubre</a:t>
            </a:r>
            <a:endParaRPr sz="1300" b="0" i="0" u="none" strike="noStrike" cap="none" dirty="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graphicFrame>
        <p:nvGraphicFramePr>
          <p:cNvPr id="112" name="Google Shape;112;p3"/>
          <p:cNvGraphicFramePr/>
          <p:nvPr>
            <p:extLst>
              <p:ext uri="{D42A27DB-BD31-4B8C-83A1-F6EECF244321}">
                <p14:modId xmlns:p14="http://schemas.microsoft.com/office/powerpoint/2010/main" val="3620503324"/>
              </p:ext>
            </p:extLst>
          </p:nvPr>
        </p:nvGraphicFramePr>
        <p:xfrm>
          <a:off x="447375" y="1236536"/>
          <a:ext cx="10749025" cy="4067390"/>
        </p:xfrm>
        <a:graphic>
          <a:graphicData uri="http://schemas.openxmlformats.org/drawingml/2006/table">
            <a:tbl>
              <a:tblPr>
                <a:noFill/>
                <a:tableStyleId>{4C68B797-1714-484A-B493-EA40315355F7}</a:tableStyleId>
              </a:tblPr>
              <a:tblGrid>
                <a:gridCol w="5030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8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97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Calibri"/>
                        <a:buNone/>
                      </a:pPr>
                      <a:r>
                        <a:rPr lang="es-MX" sz="1600" b="1" i="0" u="none" strike="noStrike" cap="none" dirty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Actividades  por realizar  Valuglobal</a:t>
                      </a:r>
                      <a:endParaRPr sz="1600" dirty="0"/>
                    </a:p>
                  </a:txBody>
                  <a:tcPr marL="82950" marR="82950" marT="40500" marB="405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A383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Calibri"/>
                        <a:buNone/>
                      </a:pPr>
                      <a:r>
                        <a:rPr lang="es-MX" sz="1600" b="1" i="0" u="none" strike="noStrike" cap="none" dirty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Actividades  por realizar  Grupo AXO</a:t>
                      </a:r>
                      <a:endParaRPr sz="1600" dirty="0"/>
                    </a:p>
                  </a:txBody>
                  <a:tcPr marL="82950" marR="82950" marT="40500" marB="4050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A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5030">
                <a:tc>
                  <a:txBody>
                    <a:bodyPr/>
                    <a:lstStyle/>
                    <a:p>
                      <a:pPr marL="273050" marR="0" lvl="2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s-MX" sz="1200" b="0" i="0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Realizar cambios al curso de PCI. </a:t>
                      </a:r>
                      <a:r>
                        <a:rPr lang="es-MX" sz="1200" b="1" i="0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Realizado</a:t>
                      </a:r>
                      <a:endParaRPr lang="es-MX" sz="1200" b="1" i="0" u="none" strike="noStrike" cap="none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101600" marR="0" lvl="2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s-MX" sz="1200" b="1" i="0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-</a:t>
                      </a:r>
                      <a:r>
                        <a:rPr lang="es-MX" sz="1200" b="0" i="0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Realizar cambios a módulo 1 (12 octubre)</a:t>
                      </a:r>
                    </a:p>
                    <a:p>
                      <a:pPr marL="101600" marR="0" lvl="3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s-MX" sz="1200" b="0" i="0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</a:t>
                      </a:r>
                      <a:endParaRPr lang="es-MX" sz="1200" b="0" i="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273050" marR="0" lvl="2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s-MX" sz="1200" b="0" i="0" u="none" strike="noStrike" cap="none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Envíar</a:t>
                      </a:r>
                      <a:r>
                        <a:rPr lang="es-MX" sz="1200" b="0" i="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presentación C-</a:t>
                      </a:r>
                      <a:r>
                        <a:rPr lang="es-MX" sz="1200" b="0" i="0" u="none" strike="noStrike" cap="none" dirty="0" err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Level</a:t>
                      </a:r>
                      <a:r>
                        <a:rPr lang="es-MX" sz="1200" b="0" i="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con cambios solicitados.(30 septiembre) </a:t>
                      </a:r>
                      <a:r>
                        <a:rPr lang="es-MX" sz="1200" b="1" i="0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Realizado</a:t>
                      </a:r>
                      <a:endParaRPr lang="es-MX" sz="1200" b="1" i="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1016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s-MX" sz="1200" b="0" i="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3873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s-MX" sz="1200" b="0" i="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Definir primer contenido de campaña 2. </a:t>
                      </a:r>
                      <a:r>
                        <a:rPr lang="es-MX" sz="1200" b="1" i="0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Realizado</a:t>
                      </a:r>
                    </a:p>
                    <a:p>
                      <a:pPr marL="1016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s-MX" sz="1200" b="0" i="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*Material 1 y 2  (viernes 30 de septiembre).</a:t>
                      </a:r>
                    </a:p>
                    <a:p>
                      <a:pPr marL="1016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s-MX" sz="1200" b="0" i="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3873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s-MX" sz="1200" b="0" i="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Entrega de material de campaña 2 programado en nueva versión de calendario. (11 de octubre)</a:t>
                      </a:r>
                      <a:r>
                        <a:rPr lang="es-MX" sz="1600" b="0" i="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MX" sz="1200" b="1" i="0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Realizado</a:t>
                      </a:r>
                    </a:p>
                    <a:p>
                      <a:pPr marL="1016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s-MX" sz="1200" b="1" i="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3873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s-MX" sz="1200" b="0" i="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Sesión con Israel Reyes para validación de cambios de fecha en el programa. (11 octubre) </a:t>
                      </a:r>
                      <a:r>
                        <a:rPr lang="es-MX" sz="1200" b="1" i="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 proceso</a:t>
                      </a:r>
                      <a:endParaRPr lang="es-MX" sz="1600" b="1" i="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3873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s-MX" sz="1600" b="1" i="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3873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s-MX" sz="1200" b="0" i="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Entrega de curso PCI. (26 de octubre) </a:t>
                      </a:r>
                      <a:r>
                        <a:rPr lang="es-MX" sz="1200" b="1" i="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 proceso</a:t>
                      </a:r>
                    </a:p>
                    <a:p>
                      <a:pPr marL="3873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s-MX" sz="1200" b="1" i="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3873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s-MX" sz="1200" b="0" i="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Realizar cambios de fechas en el plan de trabajo con base en lo acordado con AXO </a:t>
                      </a:r>
                      <a:r>
                        <a:rPr lang="es-MX" sz="1200" b="1" i="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(20 de octubre)</a:t>
                      </a:r>
                    </a:p>
                  </a:txBody>
                  <a:tcPr marL="82950" marR="82950" marT="40500" marB="405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873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s-MX" sz="1200" b="0" i="0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Realizar cambios al curso de PCI(5 octubre) </a:t>
                      </a:r>
                      <a:r>
                        <a:rPr lang="es-MX" sz="1200" b="1" i="0" u="none" strike="noStrike" cap="none" dirty="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Realizado</a:t>
                      </a:r>
                    </a:p>
                    <a:p>
                      <a:pPr marL="101600" marR="0" lvl="2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s-MX" sz="1200" b="1" i="0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-</a:t>
                      </a:r>
                      <a:r>
                        <a:rPr lang="es-MX" sz="1200" b="0" i="0" u="none" strike="noStrike" cap="none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Entrega de información y validación de módulo 1 (07 octubre)</a:t>
                      </a:r>
                    </a:p>
                    <a:p>
                      <a:pPr marL="101600" marR="0" lvl="3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s-MX" sz="1600" b="0" i="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82950" marR="82950" marT="40500" marB="405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1;p3">
            <a:extLst>
              <a:ext uri="{FF2B5EF4-FFF2-40B4-BE49-F238E27FC236}">
                <a16:creationId xmlns:a16="http://schemas.microsoft.com/office/drawing/2014/main" id="{D0ABEB2A-B5A0-EA43-512F-B1C51FD6D0E6}"/>
              </a:ext>
            </a:extLst>
          </p:cNvPr>
          <p:cNvSpPr txBox="1"/>
          <p:nvPr/>
        </p:nvSpPr>
        <p:spPr>
          <a:xfrm>
            <a:off x="727594" y="423802"/>
            <a:ext cx="11694661" cy="553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lay"/>
              <a:buNone/>
            </a:pPr>
            <a:r>
              <a:rPr lang="es-MX" sz="2900" b="1" dirty="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Cambios solicitados en el periodo (22 sep-13 oct)</a:t>
            </a:r>
            <a:endParaRPr sz="1300" b="0" i="0" u="none" strike="noStrike" cap="none" dirty="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5861CB69-B339-C7D5-6CD8-F9634D28EA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8285162"/>
              </p:ext>
            </p:extLst>
          </p:nvPr>
        </p:nvGraphicFramePr>
        <p:xfrm>
          <a:off x="36097" y="989498"/>
          <a:ext cx="12031578" cy="498619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3499129">
                  <a:extLst>
                    <a:ext uri="{9D8B030D-6E8A-4147-A177-3AD203B41FA5}">
                      <a16:colId xmlns:a16="http://schemas.microsoft.com/office/drawing/2014/main" val="1366084877"/>
                    </a:ext>
                  </a:extLst>
                </a:gridCol>
                <a:gridCol w="1538613">
                  <a:extLst>
                    <a:ext uri="{9D8B030D-6E8A-4147-A177-3AD203B41FA5}">
                      <a16:colId xmlns:a16="http://schemas.microsoft.com/office/drawing/2014/main" val="2385764693"/>
                    </a:ext>
                  </a:extLst>
                </a:gridCol>
                <a:gridCol w="1582996">
                  <a:extLst>
                    <a:ext uri="{9D8B030D-6E8A-4147-A177-3AD203B41FA5}">
                      <a16:colId xmlns:a16="http://schemas.microsoft.com/office/drawing/2014/main" val="2348820055"/>
                    </a:ext>
                  </a:extLst>
                </a:gridCol>
                <a:gridCol w="1301903">
                  <a:extLst>
                    <a:ext uri="{9D8B030D-6E8A-4147-A177-3AD203B41FA5}">
                      <a16:colId xmlns:a16="http://schemas.microsoft.com/office/drawing/2014/main" val="2553468216"/>
                    </a:ext>
                  </a:extLst>
                </a:gridCol>
                <a:gridCol w="1553407">
                  <a:extLst>
                    <a:ext uri="{9D8B030D-6E8A-4147-A177-3AD203B41FA5}">
                      <a16:colId xmlns:a16="http://schemas.microsoft.com/office/drawing/2014/main" val="2469482826"/>
                    </a:ext>
                  </a:extLst>
                </a:gridCol>
                <a:gridCol w="1198343">
                  <a:extLst>
                    <a:ext uri="{9D8B030D-6E8A-4147-A177-3AD203B41FA5}">
                      <a16:colId xmlns:a16="http://schemas.microsoft.com/office/drawing/2014/main" val="3257844358"/>
                    </a:ext>
                  </a:extLst>
                </a:gridCol>
                <a:gridCol w="1357187">
                  <a:extLst>
                    <a:ext uri="{9D8B030D-6E8A-4147-A177-3AD203B41FA5}">
                      <a16:colId xmlns:a16="http://schemas.microsoft.com/office/drawing/2014/main" val="253857891"/>
                    </a:ext>
                  </a:extLst>
                </a:gridCol>
              </a:tblGrid>
              <a:tr h="391117">
                <a:tc>
                  <a:txBody>
                    <a:bodyPr/>
                    <a:lstStyle/>
                    <a:p>
                      <a:pPr algn="ctr"/>
                      <a:r>
                        <a:rPr lang="es-419" sz="1400" dirty="0">
                          <a:solidFill>
                            <a:schemeClr val="bg1"/>
                          </a:solidFill>
                        </a:rPr>
                        <a:t>Descripción del cambio</a:t>
                      </a:r>
                      <a:endParaRPr lang="es-MX" sz="1400" b="0" dirty="0">
                        <a:solidFill>
                          <a:schemeClr val="bg1"/>
                        </a:solidFill>
                        <a:latin typeface="Rajdhani" panose="02000000000000000000" pitchFamily="2" charset="0"/>
                        <a:ea typeface="Tahoma" panose="020B0604030504040204" pitchFamily="34" charset="0"/>
                        <a:cs typeface="Rajdhani" panose="02000000000000000000" pitchFamily="2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b="1" u="none" strike="noStrike" cap="none" dirty="0">
                          <a:solidFill>
                            <a:schemeClr val="bg1"/>
                          </a:solidFill>
                          <a:sym typeface="Arial"/>
                        </a:rPr>
                        <a:t>Impacto</a:t>
                      </a:r>
                      <a:endParaRPr lang="es-MX" sz="1400" b="1" i="0" u="none" strike="noStrike" cap="none" dirty="0">
                        <a:solidFill>
                          <a:schemeClr val="bg1"/>
                        </a:solidFill>
                        <a:latin typeface="Rajdhani" panose="02000000000000000000" pitchFamily="2" charset="0"/>
                        <a:ea typeface="+mn-ea"/>
                        <a:cs typeface="Rajdhani" panose="02000000000000000000" pitchFamily="2" charset="0"/>
                        <a:sym typeface="Arial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b="1" u="none" strike="noStrike" cap="none" dirty="0">
                          <a:solidFill>
                            <a:schemeClr val="bg1"/>
                          </a:solidFill>
                          <a:sym typeface="Arial"/>
                        </a:rPr>
                        <a:t>Solicitante</a:t>
                      </a:r>
                      <a:endParaRPr lang="es-MX" sz="1400" b="1" i="0" u="none" strike="noStrike" cap="none" dirty="0">
                        <a:solidFill>
                          <a:schemeClr val="bg1"/>
                        </a:solidFill>
                        <a:latin typeface="Rajdhani" panose="02000000000000000000" pitchFamily="2" charset="0"/>
                        <a:ea typeface="+mn-ea"/>
                        <a:cs typeface="Rajdhani" panose="02000000000000000000" pitchFamily="2" charset="0"/>
                        <a:sym typeface="Arial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b="1" u="none" strike="noStrike" cap="none" dirty="0">
                          <a:solidFill>
                            <a:schemeClr val="bg1"/>
                          </a:solidFill>
                          <a:sym typeface="Arial"/>
                        </a:rPr>
                        <a:t>Fecha solicitud</a:t>
                      </a:r>
                      <a:endParaRPr lang="es-MX" sz="1400" b="1" i="0" u="none" strike="noStrike" cap="none" dirty="0">
                        <a:solidFill>
                          <a:schemeClr val="bg1"/>
                        </a:solidFill>
                        <a:latin typeface="Rajdhani" panose="02000000000000000000" pitchFamily="2" charset="0"/>
                        <a:ea typeface="+mn-ea"/>
                        <a:cs typeface="Rajdhani" panose="02000000000000000000" pitchFamily="2" charset="0"/>
                        <a:sym typeface="Arial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419" sz="1400" b="1" u="none" strike="noStrike" cap="none" dirty="0">
                          <a:solidFill>
                            <a:schemeClr val="bg1"/>
                          </a:solidFill>
                          <a:sym typeface="Arial"/>
                        </a:rPr>
                        <a:t>Tiempo requerido</a:t>
                      </a:r>
                      <a:endParaRPr lang="es-MX" sz="1400" b="1" i="0" u="none" strike="noStrike" cap="none" dirty="0">
                        <a:solidFill>
                          <a:schemeClr val="bg1"/>
                        </a:solidFill>
                        <a:latin typeface="Rajdhani" panose="02000000000000000000" pitchFamily="2" charset="0"/>
                        <a:ea typeface="+mn-ea"/>
                        <a:cs typeface="Rajdhani" panose="02000000000000000000" pitchFamily="2" charset="0"/>
                        <a:sym typeface="Arial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400" b="1" u="none" strike="noStrike" cap="none" dirty="0">
                          <a:solidFill>
                            <a:schemeClr val="bg1"/>
                          </a:solidFill>
                          <a:sym typeface="Arial"/>
                        </a:rPr>
                        <a:t>Fecha de entrega</a:t>
                      </a:r>
                      <a:endParaRPr lang="es-MX" sz="1400" b="1" i="0" u="none" strike="noStrike" cap="none" dirty="0">
                        <a:solidFill>
                          <a:schemeClr val="bg1"/>
                        </a:solidFill>
                        <a:latin typeface="Rajdhani" panose="02000000000000000000" pitchFamily="2" charset="0"/>
                        <a:ea typeface="+mn-ea"/>
                        <a:cs typeface="Rajdhani" panose="02000000000000000000" pitchFamily="2" charset="0"/>
                        <a:sym typeface="Arial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400" b="1" u="none" strike="noStrike" cap="none" dirty="0">
                          <a:solidFill>
                            <a:schemeClr val="bg1"/>
                          </a:solidFill>
                          <a:sym typeface="Arial"/>
                        </a:rPr>
                        <a:t>Resultado</a:t>
                      </a:r>
                      <a:endParaRPr lang="es-MX" sz="1400" b="1" i="0" u="none" strike="noStrike" cap="none" dirty="0">
                        <a:solidFill>
                          <a:schemeClr val="bg1"/>
                        </a:solidFill>
                        <a:latin typeface="Rajdhani" panose="02000000000000000000" pitchFamily="2" charset="0"/>
                        <a:ea typeface="+mn-ea"/>
                        <a:cs typeface="Rajdhani" panose="02000000000000000000" pitchFamily="2" charset="0"/>
                        <a:sym typeface="Arial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9003654"/>
                  </a:ext>
                </a:extLst>
              </a:tr>
              <a:tr h="664295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sz="1400" b="0" i="0" u="none" strike="noStrike" cap="none" dirty="0">
                          <a:solidFill>
                            <a:schemeClr val="tx1"/>
                          </a:solidFill>
                          <a:latin typeface="Rajdhani" panose="02000000000000000000" pitchFamily="2" charset="0"/>
                          <a:ea typeface="Tahoma" panose="020B0604030504040204" pitchFamily="34" charset="0"/>
                          <a:cs typeface="Rajdhani" panose="02000000000000000000" pitchFamily="2" charset="0"/>
                          <a:sym typeface="Arial"/>
                        </a:rPr>
                        <a:t>Cambiar a una sola sesión, la concientización a nivel C-</a:t>
                      </a:r>
                      <a:r>
                        <a:rPr lang="es-MX" sz="1400" b="0" i="0" u="none" strike="noStrike" cap="none" dirty="0" err="1">
                          <a:solidFill>
                            <a:schemeClr val="tx1"/>
                          </a:solidFill>
                          <a:latin typeface="Rajdhani" panose="02000000000000000000" pitchFamily="2" charset="0"/>
                          <a:ea typeface="Tahoma" panose="020B0604030504040204" pitchFamily="34" charset="0"/>
                          <a:cs typeface="Rajdhani" panose="02000000000000000000" pitchFamily="2" charset="0"/>
                          <a:sym typeface="Arial"/>
                        </a:rPr>
                        <a:t>Level</a:t>
                      </a:r>
                      <a:r>
                        <a:rPr lang="es-MX" sz="1400" b="0" i="0" u="none" strike="noStrike" cap="none" dirty="0">
                          <a:solidFill>
                            <a:schemeClr val="tx1"/>
                          </a:solidFill>
                          <a:latin typeface="Rajdhani" panose="02000000000000000000" pitchFamily="2" charset="0"/>
                          <a:ea typeface="Tahoma" panose="020B0604030504040204" pitchFamily="34" charset="0"/>
                          <a:cs typeface="Rajdhani" panose="02000000000000000000" pitchFamily="2" charset="0"/>
                          <a:sym typeface="Arial"/>
                        </a:rPr>
                        <a:t>.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sz="1400" b="0" i="0" u="none" strike="noStrike" cap="none" dirty="0">
                          <a:solidFill>
                            <a:schemeClr val="tx1"/>
                          </a:solidFill>
                          <a:latin typeface="Rajdhani" panose="02000000000000000000" pitchFamily="2" charset="0"/>
                          <a:ea typeface="Tahoma" panose="020B0604030504040204" pitchFamily="34" charset="0"/>
                          <a:cs typeface="Rajdhani" panose="02000000000000000000" pitchFamily="2" charset="0"/>
                          <a:sym typeface="Arial"/>
                        </a:rPr>
                        <a:t>Cambiar fecha de sesión C-</a:t>
                      </a:r>
                      <a:r>
                        <a:rPr lang="es-MX" sz="1400" b="0" i="0" u="none" strike="noStrike" cap="none" dirty="0" err="1">
                          <a:solidFill>
                            <a:schemeClr val="tx1"/>
                          </a:solidFill>
                          <a:latin typeface="Rajdhani" panose="02000000000000000000" pitchFamily="2" charset="0"/>
                          <a:ea typeface="Tahoma" panose="020B0604030504040204" pitchFamily="34" charset="0"/>
                          <a:cs typeface="Rajdhani" panose="02000000000000000000" pitchFamily="2" charset="0"/>
                          <a:sym typeface="Arial"/>
                        </a:rPr>
                        <a:t>Level</a:t>
                      </a:r>
                      <a:r>
                        <a:rPr lang="es-MX" sz="1400" b="0" i="0" u="none" strike="noStrike" cap="none" dirty="0">
                          <a:solidFill>
                            <a:schemeClr val="tx1"/>
                          </a:solidFill>
                          <a:latin typeface="Rajdhani" panose="02000000000000000000" pitchFamily="2" charset="0"/>
                          <a:ea typeface="Tahoma" panose="020B0604030504040204" pitchFamily="34" charset="0"/>
                          <a:cs typeface="Rajdhani" panose="02000000000000000000" pitchFamily="2" charset="0"/>
                          <a:sym typeface="Arial"/>
                        </a:rPr>
                        <a:t> al 10 de octubre a las 13:30 horas.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MX" sz="1400" b="0" i="0" u="none" strike="noStrike" kern="1200" cap="none" dirty="0">
                          <a:solidFill>
                            <a:schemeClr val="dk1"/>
                          </a:solidFill>
                          <a:latin typeface="Rajdhani" panose="02000000000000000000" pitchFamily="2" charset="0"/>
                          <a:ea typeface="Tahoma" panose="020B0604030504040204" pitchFamily="34" charset="0"/>
                          <a:cs typeface="Rajdhani" panose="02000000000000000000" pitchFamily="2" charset="0"/>
                          <a:sym typeface="Arial"/>
                        </a:rPr>
                        <a:t>Bajo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MX" sz="1400" b="0" i="0" u="none" strike="noStrike" kern="1200" cap="none" dirty="0">
                          <a:solidFill>
                            <a:schemeClr val="dk1"/>
                          </a:solidFill>
                          <a:latin typeface="Rajdhani" panose="02000000000000000000" pitchFamily="2" charset="0"/>
                          <a:ea typeface="Tahoma" panose="020B0604030504040204" pitchFamily="34" charset="0"/>
                          <a:cs typeface="Rajdhani" panose="02000000000000000000" pitchFamily="2" charset="0"/>
                          <a:sym typeface="Arial"/>
                        </a:rPr>
                        <a:t>AXO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MX" sz="1400" b="0" i="0" u="none" strike="noStrike" kern="1200" cap="none" dirty="0">
                          <a:solidFill>
                            <a:schemeClr val="dk1"/>
                          </a:solidFill>
                          <a:latin typeface="Rajdhani" panose="02000000000000000000" pitchFamily="2" charset="0"/>
                          <a:ea typeface="Tahoma" panose="020B0604030504040204" pitchFamily="34" charset="0"/>
                          <a:cs typeface="Rajdhani" panose="02000000000000000000" pitchFamily="2" charset="0"/>
                          <a:sym typeface="Arial"/>
                        </a:rPr>
                        <a:t>22 septiembre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b="0" kern="1200" dirty="0">
                          <a:solidFill>
                            <a:schemeClr val="dk1"/>
                          </a:solidFill>
                          <a:latin typeface="Rajdhani" panose="02000000000000000000" pitchFamily="2" charset="0"/>
                          <a:ea typeface="Tahoma" panose="020B0604030504040204" pitchFamily="34" charset="0"/>
                          <a:cs typeface="Rajdhani" panose="02000000000000000000" pitchFamily="2" charset="0"/>
                        </a:rPr>
                        <a:t>1 día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sz="1400" b="0" kern="1200" dirty="0">
                          <a:solidFill>
                            <a:schemeClr val="dk1"/>
                          </a:solidFill>
                          <a:latin typeface="Rajdhani" panose="02000000000000000000" pitchFamily="2" charset="0"/>
                          <a:ea typeface="Tahoma" panose="020B0604030504040204" pitchFamily="34" charset="0"/>
                          <a:cs typeface="Rajdhani" panose="02000000000000000000" pitchFamily="2" charset="0"/>
                        </a:rPr>
                        <a:t>Realizado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b="0" kern="1200" dirty="0">
                          <a:solidFill>
                            <a:schemeClr val="dk1"/>
                          </a:solidFill>
                          <a:latin typeface="Rajdhani" panose="02000000000000000000" pitchFamily="2" charset="0"/>
                          <a:ea typeface="Tahoma" panose="020B0604030504040204" pitchFamily="34" charset="0"/>
                          <a:cs typeface="Rajdhani" panose="02000000000000000000" pitchFamily="2" charset="0"/>
                        </a:rPr>
                        <a:t>Se realizó el cambio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9796349"/>
                  </a:ext>
                </a:extLst>
              </a:tr>
              <a:tr h="401858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sz="1400" b="0" i="0" u="none" strike="noStrike" cap="none" dirty="0">
                          <a:solidFill>
                            <a:schemeClr val="tx1"/>
                          </a:solidFill>
                          <a:latin typeface="Rajdhani" panose="02000000000000000000" pitchFamily="2" charset="0"/>
                          <a:ea typeface="Tahoma" panose="020B0604030504040204" pitchFamily="34" charset="0"/>
                          <a:cs typeface="Rajdhani" panose="02000000000000000000" pitchFamily="2" charset="0"/>
                          <a:sym typeface="Arial"/>
                        </a:rPr>
                        <a:t>Se solicita cambiar la sesión C-</a:t>
                      </a:r>
                      <a:r>
                        <a:rPr lang="es-MX" sz="1400" b="0" i="0" u="none" strike="noStrike" cap="none" dirty="0" err="1">
                          <a:solidFill>
                            <a:schemeClr val="tx1"/>
                          </a:solidFill>
                          <a:latin typeface="Rajdhani" panose="02000000000000000000" pitchFamily="2" charset="0"/>
                          <a:ea typeface="Tahoma" panose="020B0604030504040204" pitchFamily="34" charset="0"/>
                          <a:cs typeface="Rajdhani" panose="02000000000000000000" pitchFamily="2" charset="0"/>
                          <a:sym typeface="Arial"/>
                        </a:rPr>
                        <a:t>Level</a:t>
                      </a:r>
                      <a:r>
                        <a:rPr lang="es-MX" sz="1400" b="0" i="0" u="none" strike="noStrike" cap="none" dirty="0">
                          <a:solidFill>
                            <a:schemeClr val="tx1"/>
                          </a:solidFill>
                          <a:latin typeface="Rajdhani" panose="02000000000000000000" pitchFamily="2" charset="0"/>
                          <a:ea typeface="Tahoma" panose="020B0604030504040204" pitchFamily="34" charset="0"/>
                          <a:cs typeface="Rajdhani" panose="02000000000000000000" pitchFamily="2" charset="0"/>
                          <a:sym typeface="Arial"/>
                        </a:rPr>
                        <a:t> de presencial a 100% remota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MX" sz="1400" b="0" i="0" u="none" strike="noStrike" kern="1200" cap="none" dirty="0">
                          <a:solidFill>
                            <a:schemeClr val="dk1"/>
                          </a:solidFill>
                          <a:latin typeface="Rajdhani" panose="02000000000000000000" pitchFamily="2" charset="0"/>
                          <a:ea typeface="Tahoma" panose="020B0604030504040204" pitchFamily="34" charset="0"/>
                          <a:cs typeface="Rajdhani" panose="02000000000000000000" pitchFamily="2" charset="0"/>
                          <a:sym typeface="Arial"/>
                        </a:rPr>
                        <a:t>Bajo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MX" sz="1400" b="0" i="0" u="none" strike="noStrike" kern="1200" cap="none" dirty="0">
                          <a:solidFill>
                            <a:schemeClr val="dk1"/>
                          </a:solidFill>
                          <a:latin typeface="Rajdhani" panose="02000000000000000000" pitchFamily="2" charset="0"/>
                          <a:ea typeface="Tahoma" panose="020B0604030504040204" pitchFamily="34" charset="0"/>
                          <a:cs typeface="Rajdhani" panose="02000000000000000000" pitchFamily="2" charset="0"/>
                          <a:sym typeface="Arial"/>
                        </a:rPr>
                        <a:t>AXO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MX" sz="1400" b="0" i="0" u="none" strike="noStrike" kern="1200" cap="none" dirty="0">
                          <a:solidFill>
                            <a:schemeClr val="dk1"/>
                          </a:solidFill>
                          <a:latin typeface="Rajdhani" panose="02000000000000000000" pitchFamily="2" charset="0"/>
                          <a:ea typeface="Tahoma" panose="020B0604030504040204" pitchFamily="34" charset="0"/>
                          <a:cs typeface="Rajdhani" panose="02000000000000000000" pitchFamily="2" charset="0"/>
                          <a:sym typeface="Arial"/>
                        </a:rPr>
                        <a:t>05 octubre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b="0" kern="1200" dirty="0">
                          <a:solidFill>
                            <a:schemeClr val="dk1"/>
                          </a:solidFill>
                          <a:latin typeface="Rajdhani" panose="02000000000000000000" pitchFamily="2" charset="0"/>
                          <a:ea typeface="Tahoma" panose="020B0604030504040204" pitchFamily="34" charset="0"/>
                          <a:cs typeface="Rajdhani" panose="02000000000000000000" pitchFamily="2" charset="0"/>
                        </a:rPr>
                        <a:t>1 día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sz="1400" b="0" kern="1200" dirty="0">
                          <a:solidFill>
                            <a:schemeClr val="dk1"/>
                          </a:solidFill>
                          <a:latin typeface="Rajdhani" panose="02000000000000000000" pitchFamily="2" charset="0"/>
                          <a:ea typeface="Tahoma" panose="020B0604030504040204" pitchFamily="34" charset="0"/>
                          <a:cs typeface="Rajdhani" panose="02000000000000000000" pitchFamily="2" charset="0"/>
                        </a:rPr>
                        <a:t>Realizado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b="0" kern="1200" dirty="0">
                          <a:solidFill>
                            <a:schemeClr val="dk1"/>
                          </a:solidFill>
                          <a:latin typeface="Rajdhani" panose="02000000000000000000" pitchFamily="2" charset="0"/>
                          <a:ea typeface="Tahoma" panose="020B0604030504040204" pitchFamily="34" charset="0"/>
                          <a:cs typeface="Rajdhani" panose="02000000000000000000" pitchFamily="2" charset="0"/>
                        </a:rPr>
                        <a:t>Se realizó el cambio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6565623"/>
                  </a:ext>
                </a:extLst>
              </a:tr>
              <a:tr h="664295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sz="1400" b="0" i="0" u="none" strike="noStrike" cap="none" dirty="0">
                          <a:solidFill>
                            <a:schemeClr val="tx1"/>
                          </a:solidFill>
                          <a:latin typeface="Rajdhani" panose="02000000000000000000" pitchFamily="2" charset="0"/>
                          <a:ea typeface="Tahoma" panose="020B0604030504040204" pitchFamily="34" charset="0"/>
                          <a:cs typeface="Rajdhani" panose="02000000000000000000" pitchFamily="2" charset="0"/>
                          <a:sym typeface="Arial"/>
                        </a:rPr>
                        <a:t>Se solicita cambiar el tema de campaña 2 por Seguridad en correo electrónico.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sz="1400" b="0" i="0" u="none" strike="noStrike" cap="none" dirty="0">
                          <a:solidFill>
                            <a:schemeClr val="tx1"/>
                          </a:solidFill>
                          <a:latin typeface="Rajdhani" panose="02000000000000000000" pitchFamily="2" charset="0"/>
                          <a:ea typeface="Tahoma" panose="020B0604030504040204" pitchFamily="34" charset="0"/>
                          <a:cs typeface="Rajdhani" panose="02000000000000000000" pitchFamily="2" charset="0"/>
                          <a:sym typeface="Arial"/>
                        </a:rPr>
                        <a:t>Se solicita el diseño de contenido del </a:t>
                      </a:r>
                      <a:r>
                        <a:rPr lang="es-MX" sz="1400" b="0" i="0" u="none" strike="noStrike" cap="none" dirty="0" err="1">
                          <a:solidFill>
                            <a:schemeClr val="tx1"/>
                          </a:solidFill>
                          <a:latin typeface="Rajdhani" panose="02000000000000000000" pitchFamily="2" charset="0"/>
                          <a:ea typeface="Tahoma" panose="020B0604030504040204" pitchFamily="34" charset="0"/>
                          <a:cs typeface="Rajdhani" panose="02000000000000000000" pitchFamily="2" charset="0"/>
                          <a:sym typeface="Arial"/>
                        </a:rPr>
                        <a:t>wallpaper</a:t>
                      </a:r>
                      <a:r>
                        <a:rPr lang="es-MX" sz="1400" b="0" i="0" u="none" strike="noStrike" cap="none" dirty="0">
                          <a:solidFill>
                            <a:schemeClr val="tx1"/>
                          </a:solidFill>
                          <a:latin typeface="Rajdhani" panose="02000000000000000000" pitchFamily="2" charset="0"/>
                          <a:ea typeface="Tahoma" panose="020B0604030504040204" pitchFamily="34" charset="0"/>
                          <a:cs typeface="Rajdhani" panose="02000000000000000000" pitchFamily="2" charset="0"/>
                          <a:sym typeface="Arial"/>
                        </a:rPr>
                        <a:t> de campaña 2.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s-MX" sz="1400" b="0" i="0" u="none" strike="noStrike" kern="1200" cap="none">
                        <a:solidFill>
                          <a:schemeClr val="dk1"/>
                        </a:solidFill>
                        <a:latin typeface="Rajdhani" panose="02000000000000000000" pitchFamily="2" charset="0"/>
                        <a:ea typeface="Tahoma" panose="020B0604030504040204" pitchFamily="34" charset="0"/>
                        <a:cs typeface="Rajdhani" panose="02000000000000000000" pitchFamily="2" charset="0"/>
                        <a:sym typeface="Arial"/>
                      </a:endParaRPr>
                    </a:p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MX" sz="1400" b="0" i="0" u="none" strike="noStrike" kern="1200" cap="none">
                          <a:solidFill>
                            <a:schemeClr val="dk1"/>
                          </a:solidFill>
                          <a:latin typeface="Rajdhani" panose="02000000000000000000" pitchFamily="2" charset="0"/>
                          <a:ea typeface="Tahoma" panose="020B0604030504040204" pitchFamily="34" charset="0"/>
                          <a:cs typeface="Rajdhani" panose="02000000000000000000" pitchFamily="2" charset="0"/>
                          <a:sym typeface="Arial"/>
                        </a:rPr>
                        <a:t>Bajo</a:t>
                      </a:r>
                      <a:endParaRPr lang="es-MX" sz="1400" b="0" i="0" u="none" strike="noStrike" kern="1200" cap="none" dirty="0">
                        <a:solidFill>
                          <a:schemeClr val="dk1"/>
                        </a:solidFill>
                        <a:latin typeface="Rajdhani" panose="02000000000000000000" pitchFamily="2" charset="0"/>
                        <a:ea typeface="Tahoma" panose="020B0604030504040204" pitchFamily="34" charset="0"/>
                        <a:cs typeface="Rajdhani" panose="02000000000000000000" pitchFamily="2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MX" sz="1400" b="0" i="0" u="none" strike="noStrike" kern="1200" cap="none" dirty="0">
                          <a:solidFill>
                            <a:schemeClr val="dk1"/>
                          </a:solidFill>
                          <a:latin typeface="Rajdhani" panose="02000000000000000000" pitchFamily="2" charset="0"/>
                          <a:ea typeface="Tahoma" panose="020B0604030504040204" pitchFamily="34" charset="0"/>
                          <a:cs typeface="Rajdhani" panose="02000000000000000000" pitchFamily="2" charset="0"/>
                          <a:sym typeface="Arial"/>
                        </a:rPr>
                        <a:t>AXO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MX" sz="1400" b="0" i="0" u="none" strike="noStrike" kern="1200" cap="none" dirty="0">
                          <a:solidFill>
                            <a:schemeClr val="dk1"/>
                          </a:solidFill>
                          <a:latin typeface="Rajdhani" panose="02000000000000000000" pitchFamily="2" charset="0"/>
                          <a:ea typeface="Tahoma" panose="020B0604030504040204" pitchFamily="34" charset="0"/>
                          <a:cs typeface="Rajdhani" panose="02000000000000000000" pitchFamily="2" charset="0"/>
                          <a:sym typeface="Arial"/>
                        </a:rPr>
                        <a:t>29 septiembre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b="0" kern="1200" dirty="0">
                          <a:solidFill>
                            <a:schemeClr val="dk1"/>
                          </a:solidFill>
                          <a:latin typeface="Rajdhani" panose="02000000000000000000" pitchFamily="2" charset="0"/>
                          <a:ea typeface="Tahoma" panose="020B0604030504040204" pitchFamily="34" charset="0"/>
                          <a:cs typeface="Rajdhani" panose="02000000000000000000" pitchFamily="2" charset="0"/>
                        </a:rPr>
                        <a:t>1 día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sz="1400" b="0" kern="1200" dirty="0">
                          <a:solidFill>
                            <a:schemeClr val="dk1"/>
                          </a:solidFill>
                          <a:latin typeface="Rajdhani" panose="02000000000000000000" pitchFamily="2" charset="0"/>
                          <a:ea typeface="Tahoma" panose="020B0604030504040204" pitchFamily="34" charset="0"/>
                          <a:cs typeface="Rajdhani" panose="02000000000000000000" pitchFamily="2" charset="0"/>
                        </a:rPr>
                        <a:t>Realizado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b="0" kern="1200" dirty="0">
                          <a:solidFill>
                            <a:schemeClr val="dk1"/>
                          </a:solidFill>
                          <a:latin typeface="Rajdhani" panose="02000000000000000000" pitchFamily="2" charset="0"/>
                          <a:ea typeface="Tahoma" panose="020B0604030504040204" pitchFamily="34" charset="0"/>
                          <a:cs typeface="Rajdhani" panose="02000000000000000000" pitchFamily="2" charset="0"/>
                        </a:rPr>
                        <a:t>Se realizó el cambio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7040619"/>
                  </a:ext>
                </a:extLst>
              </a:tr>
              <a:tr h="664295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sz="1400" b="0" i="0" u="none" strike="noStrike" cap="none" dirty="0">
                          <a:solidFill>
                            <a:schemeClr val="tx1"/>
                          </a:solidFill>
                          <a:latin typeface="Rajdhani" panose="02000000000000000000" pitchFamily="2" charset="0"/>
                          <a:ea typeface="Tahoma" panose="020B0604030504040204" pitchFamily="34" charset="0"/>
                          <a:cs typeface="Rajdhani" panose="02000000000000000000" pitchFamily="2" charset="0"/>
                          <a:sym typeface="Arial"/>
                        </a:rPr>
                        <a:t>Se solicitaron dos (2) repeticiones del </a:t>
                      </a:r>
                      <a:r>
                        <a:rPr lang="es-MX" sz="1400" b="0" i="0" u="none" strike="noStrike" cap="none" dirty="0" err="1">
                          <a:solidFill>
                            <a:schemeClr val="tx1"/>
                          </a:solidFill>
                          <a:latin typeface="Rajdhani" panose="02000000000000000000" pitchFamily="2" charset="0"/>
                          <a:ea typeface="Tahoma" panose="020B0604030504040204" pitchFamily="34" charset="0"/>
                          <a:cs typeface="Rajdhani" panose="02000000000000000000" pitchFamily="2" charset="0"/>
                          <a:sym typeface="Arial"/>
                        </a:rPr>
                        <a:t>webinar</a:t>
                      </a:r>
                      <a:r>
                        <a:rPr lang="es-MX" sz="1400" b="0" i="0" u="none" strike="noStrike" cap="none" dirty="0">
                          <a:solidFill>
                            <a:schemeClr val="tx1"/>
                          </a:solidFill>
                          <a:latin typeface="Rajdhani" panose="02000000000000000000" pitchFamily="2" charset="0"/>
                          <a:ea typeface="Tahoma" panose="020B0604030504040204" pitchFamily="34" charset="0"/>
                          <a:cs typeface="Rajdhani" panose="02000000000000000000" pitchFamily="2" charset="0"/>
                          <a:sym typeface="Arial"/>
                        </a:rPr>
                        <a:t> 1.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MX" sz="1400" b="0" i="0" u="none" strike="noStrike" kern="1200" cap="none" dirty="0">
                          <a:solidFill>
                            <a:schemeClr val="dk1"/>
                          </a:solidFill>
                          <a:latin typeface="Rajdhani" panose="02000000000000000000" pitchFamily="2" charset="0"/>
                          <a:ea typeface="Tahoma" panose="020B0604030504040204" pitchFamily="34" charset="0"/>
                          <a:cs typeface="Rajdhani" panose="02000000000000000000" pitchFamily="2" charset="0"/>
                          <a:sym typeface="Arial"/>
                        </a:rPr>
                        <a:t>Bajo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MX" sz="1400" b="0" i="0" u="none" strike="noStrike" kern="1200" cap="none" dirty="0">
                          <a:solidFill>
                            <a:schemeClr val="dk1"/>
                          </a:solidFill>
                          <a:latin typeface="Rajdhani" panose="02000000000000000000" pitchFamily="2" charset="0"/>
                          <a:ea typeface="Tahoma" panose="020B0604030504040204" pitchFamily="34" charset="0"/>
                          <a:cs typeface="Rajdhani" panose="02000000000000000000" pitchFamily="2" charset="0"/>
                          <a:sym typeface="Arial"/>
                        </a:rPr>
                        <a:t>AXO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MX" sz="1400" b="0" i="0" u="none" strike="noStrike" kern="1200" cap="none" dirty="0">
                          <a:solidFill>
                            <a:schemeClr val="dk1"/>
                          </a:solidFill>
                          <a:latin typeface="Rajdhani" panose="02000000000000000000" pitchFamily="2" charset="0"/>
                          <a:ea typeface="Tahoma" panose="020B0604030504040204" pitchFamily="34" charset="0"/>
                          <a:cs typeface="Rajdhani" panose="02000000000000000000" pitchFamily="2" charset="0"/>
                          <a:sym typeface="Arial"/>
                        </a:rPr>
                        <a:t>07 octubre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b="0" kern="1200" dirty="0">
                          <a:solidFill>
                            <a:schemeClr val="dk1"/>
                          </a:solidFill>
                          <a:latin typeface="Rajdhani" panose="02000000000000000000" pitchFamily="2" charset="0"/>
                          <a:ea typeface="Tahoma" panose="020B0604030504040204" pitchFamily="34" charset="0"/>
                          <a:cs typeface="Rajdhani" panose="02000000000000000000" pitchFamily="2" charset="0"/>
                        </a:rPr>
                        <a:t>2 día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sz="1400" b="0" kern="1200" dirty="0">
                          <a:solidFill>
                            <a:schemeClr val="dk1"/>
                          </a:solidFill>
                          <a:latin typeface="Rajdhani" panose="02000000000000000000" pitchFamily="2" charset="0"/>
                          <a:ea typeface="Tahoma" panose="020B0604030504040204" pitchFamily="34" charset="0"/>
                          <a:cs typeface="Rajdhani" panose="02000000000000000000" pitchFamily="2" charset="0"/>
                        </a:rPr>
                        <a:t>En proceso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b="0" kern="1200" dirty="0">
                          <a:solidFill>
                            <a:schemeClr val="dk1"/>
                          </a:solidFill>
                          <a:latin typeface="Rajdhani" panose="02000000000000000000" pitchFamily="2" charset="0"/>
                          <a:ea typeface="Tahoma" panose="020B0604030504040204" pitchFamily="34" charset="0"/>
                          <a:cs typeface="Rajdhani" panose="02000000000000000000" pitchFamily="2" charset="0"/>
                        </a:rPr>
                        <a:t>Pendiente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9208287"/>
                  </a:ext>
                </a:extLst>
              </a:tr>
              <a:tr h="664295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sz="1400" b="0" i="0" u="none" strike="noStrike" cap="none" dirty="0">
                          <a:solidFill>
                            <a:schemeClr val="tx1"/>
                          </a:solidFill>
                          <a:latin typeface="Rajdhani" panose="02000000000000000000" pitchFamily="2" charset="0"/>
                          <a:ea typeface="Tahoma" panose="020B0604030504040204" pitchFamily="34" charset="0"/>
                          <a:cs typeface="Rajdhani" panose="02000000000000000000" pitchFamily="2" charset="0"/>
                          <a:sym typeface="Arial"/>
                        </a:rPr>
                        <a:t>Se solicita cambiar el despliegue del curso PCI a Enero del 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MX" sz="1400" b="0" i="0" u="none" strike="noStrike" kern="1200" cap="none" dirty="0">
                          <a:solidFill>
                            <a:schemeClr val="dk1"/>
                          </a:solidFill>
                          <a:latin typeface="Rajdhani" panose="02000000000000000000" pitchFamily="2" charset="0"/>
                          <a:ea typeface="Tahoma" panose="020B0604030504040204" pitchFamily="34" charset="0"/>
                          <a:cs typeface="Rajdhani" panose="02000000000000000000" pitchFamily="2" charset="0"/>
                          <a:sym typeface="Arial"/>
                        </a:rPr>
                        <a:t>Bajo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MX" sz="1400" b="0" i="0" u="none" strike="noStrike" kern="1200" cap="none" dirty="0">
                          <a:solidFill>
                            <a:schemeClr val="dk1"/>
                          </a:solidFill>
                          <a:latin typeface="Rajdhani" panose="02000000000000000000" pitchFamily="2" charset="0"/>
                          <a:ea typeface="Tahoma" panose="020B0604030504040204" pitchFamily="34" charset="0"/>
                          <a:cs typeface="Rajdhani" panose="02000000000000000000" pitchFamily="2" charset="0"/>
                          <a:sym typeface="Arial"/>
                        </a:rPr>
                        <a:t>AXO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MX" sz="1400" b="0" i="0" u="none" strike="noStrike" kern="1200" cap="none" dirty="0">
                          <a:solidFill>
                            <a:schemeClr val="dk1"/>
                          </a:solidFill>
                          <a:latin typeface="Rajdhani" panose="02000000000000000000" pitchFamily="2" charset="0"/>
                          <a:ea typeface="Tahoma" panose="020B0604030504040204" pitchFamily="34" charset="0"/>
                          <a:cs typeface="Rajdhani" panose="02000000000000000000" pitchFamily="2" charset="0"/>
                          <a:sym typeface="Arial"/>
                        </a:rPr>
                        <a:t>13 octubre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b="0" kern="1200" dirty="0">
                          <a:solidFill>
                            <a:schemeClr val="dk1"/>
                          </a:solidFill>
                          <a:latin typeface="Rajdhani" panose="02000000000000000000" pitchFamily="2" charset="0"/>
                          <a:ea typeface="Tahoma" panose="020B0604030504040204" pitchFamily="34" charset="0"/>
                          <a:cs typeface="Rajdhani" panose="02000000000000000000" pitchFamily="2" charset="0"/>
                        </a:rPr>
                        <a:t>No aplica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sz="1400" b="0" kern="1200" dirty="0">
                          <a:solidFill>
                            <a:schemeClr val="dk1"/>
                          </a:solidFill>
                          <a:latin typeface="Rajdhani" panose="02000000000000000000" pitchFamily="2" charset="0"/>
                          <a:ea typeface="Tahoma" panose="020B0604030504040204" pitchFamily="34" charset="0"/>
                          <a:cs typeface="Rajdhani" panose="02000000000000000000" pitchFamily="2" charset="0"/>
                        </a:rPr>
                        <a:t>En proceso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b="0" kern="1200" dirty="0">
                          <a:solidFill>
                            <a:schemeClr val="dk1"/>
                          </a:solidFill>
                          <a:latin typeface="Rajdhani" panose="02000000000000000000" pitchFamily="2" charset="0"/>
                          <a:ea typeface="Tahoma" panose="020B0604030504040204" pitchFamily="34" charset="0"/>
                          <a:cs typeface="Rajdhani" panose="02000000000000000000" pitchFamily="2" charset="0"/>
                        </a:rPr>
                        <a:t>Pendiente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8345303"/>
                  </a:ext>
                </a:extLst>
              </a:tr>
              <a:tr h="664295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sz="1400" b="0" i="0" u="none" strike="noStrike" cap="none" dirty="0">
                          <a:solidFill>
                            <a:schemeClr val="tx1"/>
                          </a:solidFill>
                          <a:latin typeface="Rajdhani" panose="02000000000000000000" pitchFamily="2" charset="0"/>
                          <a:ea typeface="Tahoma" panose="020B0604030504040204" pitchFamily="34" charset="0"/>
                          <a:cs typeface="Rajdhani" panose="02000000000000000000" pitchFamily="2" charset="0"/>
                          <a:sym typeface="Arial"/>
                        </a:rPr>
                        <a:t>Se solicita cambiar el despliegue de las pruebas de ingeniería social en las primeras semanas de diciembre del 2022.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MX" sz="1400" b="0" i="0" u="none" strike="noStrike" kern="1200" cap="none" dirty="0">
                          <a:solidFill>
                            <a:schemeClr val="dk1"/>
                          </a:solidFill>
                          <a:latin typeface="Rajdhani" panose="02000000000000000000" pitchFamily="2" charset="0"/>
                          <a:ea typeface="Tahoma" panose="020B0604030504040204" pitchFamily="34" charset="0"/>
                          <a:cs typeface="Rajdhani" panose="02000000000000000000" pitchFamily="2" charset="0"/>
                          <a:sym typeface="Arial"/>
                        </a:rPr>
                        <a:t>Bajo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MX" sz="1400" b="0" i="0" u="none" strike="noStrike" kern="1200" cap="none" dirty="0">
                          <a:solidFill>
                            <a:schemeClr val="dk1"/>
                          </a:solidFill>
                          <a:latin typeface="Rajdhani" panose="02000000000000000000" pitchFamily="2" charset="0"/>
                          <a:ea typeface="Tahoma" panose="020B0604030504040204" pitchFamily="34" charset="0"/>
                          <a:cs typeface="Rajdhani" panose="02000000000000000000" pitchFamily="2" charset="0"/>
                          <a:sym typeface="Arial"/>
                        </a:rPr>
                        <a:t>AXO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MX" sz="1400" b="0" i="0" u="none" strike="noStrike" kern="1200" cap="none" dirty="0">
                          <a:solidFill>
                            <a:schemeClr val="dk1"/>
                          </a:solidFill>
                          <a:latin typeface="Rajdhani" panose="02000000000000000000" pitchFamily="2" charset="0"/>
                          <a:ea typeface="Tahoma" panose="020B0604030504040204" pitchFamily="34" charset="0"/>
                          <a:cs typeface="Rajdhani" panose="02000000000000000000" pitchFamily="2" charset="0"/>
                          <a:sym typeface="Arial"/>
                        </a:rPr>
                        <a:t>13 octubre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b="0" kern="1200" dirty="0">
                          <a:solidFill>
                            <a:schemeClr val="dk1"/>
                          </a:solidFill>
                          <a:latin typeface="Rajdhani" panose="02000000000000000000" pitchFamily="2" charset="0"/>
                          <a:ea typeface="Tahoma" panose="020B0604030504040204" pitchFamily="34" charset="0"/>
                          <a:cs typeface="Rajdhani" panose="02000000000000000000" pitchFamily="2" charset="0"/>
                        </a:rPr>
                        <a:t>No aplica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sz="1400" b="0" kern="1200" dirty="0">
                          <a:solidFill>
                            <a:schemeClr val="dk1"/>
                          </a:solidFill>
                          <a:latin typeface="Rajdhani" panose="02000000000000000000" pitchFamily="2" charset="0"/>
                          <a:ea typeface="Tahoma" panose="020B0604030504040204" pitchFamily="34" charset="0"/>
                          <a:cs typeface="Rajdhani" panose="02000000000000000000" pitchFamily="2" charset="0"/>
                        </a:rPr>
                        <a:t>En proceso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b="0" kern="1200" dirty="0">
                          <a:solidFill>
                            <a:schemeClr val="dk1"/>
                          </a:solidFill>
                          <a:latin typeface="Rajdhani" panose="02000000000000000000" pitchFamily="2" charset="0"/>
                          <a:ea typeface="Tahoma" panose="020B0604030504040204" pitchFamily="34" charset="0"/>
                          <a:cs typeface="Rajdhani" panose="02000000000000000000" pitchFamily="2" charset="0"/>
                        </a:rPr>
                        <a:t>Pendiente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95168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62313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1;p3">
            <a:extLst>
              <a:ext uri="{FF2B5EF4-FFF2-40B4-BE49-F238E27FC236}">
                <a16:creationId xmlns:a16="http://schemas.microsoft.com/office/drawing/2014/main" id="{D0ABEB2A-B5A0-EA43-512F-B1C51FD6D0E6}"/>
              </a:ext>
            </a:extLst>
          </p:cNvPr>
          <p:cNvSpPr txBox="1"/>
          <p:nvPr/>
        </p:nvSpPr>
        <p:spPr>
          <a:xfrm>
            <a:off x="727594" y="423802"/>
            <a:ext cx="11694661" cy="553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lay"/>
              <a:buNone/>
            </a:pPr>
            <a:r>
              <a:rPr lang="es-MX" sz="2900" b="1" dirty="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Esquema del plan de trabajo</a:t>
            </a:r>
            <a:endParaRPr sz="1300" b="0" i="0" u="none" strike="noStrike" cap="none" dirty="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graphicFrame>
        <p:nvGraphicFramePr>
          <p:cNvPr id="105" name="Tabla 105">
            <a:extLst>
              <a:ext uri="{FF2B5EF4-FFF2-40B4-BE49-F238E27FC236}">
                <a16:creationId xmlns:a16="http://schemas.microsoft.com/office/drawing/2014/main" id="{6D5B4D30-319E-94F0-BBAC-3F3E936AC7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6728049"/>
              </p:ext>
            </p:extLst>
          </p:nvPr>
        </p:nvGraphicFramePr>
        <p:xfrm>
          <a:off x="619026" y="977466"/>
          <a:ext cx="11572977" cy="603504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890229">
                  <a:extLst>
                    <a:ext uri="{9D8B030D-6E8A-4147-A177-3AD203B41FA5}">
                      <a16:colId xmlns:a16="http://schemas.microsoft.com/office/drawing/2014/main" val="1633530646"/>
                    </a:ext>
                  </a:extLst>
                </a:gridCol>
                <a:gridCol w="890229">
                  <a:extLst>
                    <a:ext uri="{9D8B030D-6E8A-4147-A177-3AD203B41FA5}">
                      <a16:colId xmlns:a16="http://schemas.microsoft.com/office/drawing/2014/main" val="3077048384"/>
                    </a:ext>
                  </a:extLst>
                </a:gridCol>
                <a:gridCol w="890229">
                  <a:extLst>
                    <a:ext uri="{9D8B030D-6E8A-4147-A177-3AD203B41FA5}">
                      <a16:colId xmlns:a16="http://schemas.microsoft.com/office/drawing/2014/main" val="1906756514"/>
                    </a:ext>
                  </a:extLst>
                </a:gridCol>
                <a:gridCol w="890229">
                  <a:extLst>
                    <a:ext uri="{9D8B030D-6E8A-4147-A177-3AD203B41FA5}">
                      <a16:colId xmlns:a16="http://schemas.microsoft.com/office/drawing/2014/main" val="1575462713"/>
                    </a:ext>
                  </a:extLst>
                </a:gridCol>
                <a:gridCol w="890229">
                  <a:extLst>
                    <a:ext uri="{9D8B030D-6E8A-4147-A177-3AD203B41FA5}">
                      <a16:colId xmlns:a16="http://schemas.microsoft.com/office/drawing/2014/main" val="2588412775"/>
                    </a:ext>
                  </a:extLst>
                </a:gridCol>
                <a:gridCol w="890229">
                  <a:extLst>
                    <a:ext uri="{9D8B030D-6E8A-4147-A177-3AD203B41FA5}">
                      <a16:colId xmlns:a16="http://schemas.microsoft.com/office/drawing/2014/main" val="1145475805"/>
                    </a:ext>
                  </a:extLst>
                </a:gridCol>
                <a:gridCol w="890229">
                  <a:extLst>
                    <a:ext uri="{9D8B030D-6E8A-4147-A177-3AD203B41FA5}">
                      <a16:colId xmlns:a16="http://schemas.microsoft.com/office/drawing/2014/main" val="2128913992"/>
                    </a:ext>
                  </a:extLst>
                </a:gridCol>
                <a:gridCol w="890229">
                  <a:extLst>
                    <a:ext uri="{9D8B030D-6E8A-4147-A177-3AD203B41FA5}">
                      <a16:colId xmlns:a16="http://schemas.microsoft.com/office/drawing/2014/main" val="1315535101"/>
                    </a:ext>
                  </a:extLst>
                </a:gridCol>
                <a:gridCol w="890229">
                  <a:extLst>
                    <a:ext uri="{9D8B030D-6E8A-4147-A177-3AD203B41FA5}">
                      <a16:colId xmlns:a16="http://schemas.microsoft.com/office/drawing/2014/main" val="3090239809"/>
                    </a:ext>
                  </a:extLst>
                </a:gridCol>
                <a:gridCol w="890229">
                  <a:extLst>
                    <a:ext uri="{9D8B030D-6E8A-4147-A177-3AD203B41FA5}">
                      <a16:colId xmlns:a16="http://schemas.microsoft.com/office/drawing/2014/main" val="2502677030"/>
                    </a:ext>
                  </a:extLst>
                </a:gridCol>
                <a:gridCol w="890229">
                  <a:extLst>
                    <a:ext uri="{9D8B030D-6E8A-4147-A177-3AD203B41FA5}">
                      <a16:colId xmlns:a16="http://schemas.microsoft.com/office/drawing/2014/main" val="4050779159"/>
                    </a:ext>
                  </a:extLst>
                </a:gridCol>
                <a:gridCol w="890229">
                  <a:extLst>
                    <a:ext uri="{9D8B030D-6E8A-4147-A177-3AD203B41FA5}">
                      <a16:colId xmlns:a16="http://schemas.microsoft.com/office/drawing/2014/main" val="872856619"/>
                    </a:ext>
                  </a:extLst>
                </a:gridCol>
                <a:gridCol w="890229">
                  <a:extLst>
                    <a:ext uri="{9D8B030D-6E8A-4147-A177-3AD203B41FA5}">
                      <a16:colId xmlns:a16="http://schemas.microsoft.com/office/drawing/2014/main" val="3024573694"/>
                    </a:ext>
                  </a:extLst>
                </a:gridCol>
              </a:tblGrid>
              <a:tr h="182594">
                <a:tc gridSpan="7"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MX" sz="1800" b="1" u="none" strike="noStrike" cap="none" dirty="0">
                          <a:solidFill>
                            <a:schemeClr val="bg1"/>
                          </a:solidFill>
                          <a:sym typeface="Arial"/>
                        </a:rPr>
                        <a:t>2022</a:t>
                      </a:r>
                      <a:endParaRPr lang="es-MX" sz="1800" b="1" i="0" u="none" strike="noStrike" cap="none" dirty="0">
                        <a:solidFill>
                          <a:schemeClr val="bg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s-MX" sz="1800" b="1" i="0" u="none" strike="noStrike" cap="none" dirty="0">
                        <a:solidFill>
                          <a:schemeClr val="bg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  <a:sym typeface="Arial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s-MX" sz="1800" b="1" i="0" u="none" strike="noStrike" cap="none" dirty="0">
                        <a:solidFill>
                          <a:schemeClr val="bg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  <a:sym typeface="Arial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s-MX" sz="1800" b="1" i="0" u="none" strike="noStrike" cap="none" dirty="0">
                        <a:solidFill>
                          <a:schemeClr val="bg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  <a:sym typeface="Arial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s-MX" sz="1800" b="1" i="0" u="none" strike="noStrike" cap="none" dirty="0">
                        <a:solidFill>
                          <a:schemeClr val="bg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  <a:sym typeface="Arial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s-MX" sz="1800" b="1" i="0" u="none" strike="noStrike" cap="none" dirty="0">
                        <a:solidFill>
                          <a:schemeClr val="bg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  <a:sym typeface="Arial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s-MX" sz="1800" b="1" i="0" u="none" strike="noStrike" cap="none" dirty="0">
                        <a:solidFill>
                          <a:schemeClr val="bg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  <a:sym typeface="Arial"/>
                      </a:endParaRPr>
                    </a:p>
                  </a:txBody>
                  <a:tcPr anchor="ctr"/>
                </a:tc>
                <a:tc gridSpan="6"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MX" sz="1800" b="1" u="none" strike="noStrike" cap="none" dirty="0">
                          <a:solidFill>
                            <a:schemeClr val="bg1"/>
                          </a:solidFill>
                          <a:sym typeface="Arial"/>
                        </a:rPr>
                        <a:t>2023</a:t>
                      </a:r>
                      <a:endParaRPr lang="es-MX" sz="1800" b="1" i="0" u="none" strike="noStrike" cap="none" dirty="0">
                        <a:solidFill>
                          <a:schemeClr val="bg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s-MX" sz="1800" b="1" i="0" u="none" strike="noStrike" cap="none" dirty="0">
                        <a:solidFill>
                          <a:schemeClr val="bg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  <a:sym typeface="Arial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s-MX" sz="1800" b="1" i="0" u="none" strike="noStrike" cap="none" dirty="0">
                        <a:solidFill>
                          <a:schemeClr val="bg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  <a:sym typeface="Arial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s-MX" sz="1800" b="1" i="0" u="none" strike="noStrike" cap="none" dirty="0">
                        <a:solidFill>
                          <a:schemeClr val="bg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  <a:sym typeface="Arial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s-MX" sz="1800" b="1" i="0" u="none" strike="noStrike" cap="none" dirty="0">
                        <a:solidFill>
                          <a:schemeClr val="bg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  <a:sym typeface="Arial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s-MX" sz="1400" b="1" i="0" u="none" strike="noStrike" cap="none" dirty="0">
                        <a:solidFill>
                          <a:schemeClr val="bg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1467152"/>
                  </a:ext>
                </a:extLst>
              </a:tr>
              <a:tr h="267210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MX" sz="1800" b="1" u="none" strike="noStrike" cap="none" dirty="0">
                          <a:solidFill>
                            <a:schemeClr val="tx1"/>
                          </a:solidFill>
                          <a:sym typeface="Arial"/>
                        </a:rPr>
                        <a:t>Jun</a:t>
                      </a:r>
                      <a:endParaRPr lang="es-MX" sz="1800" b="1" i="0" u="none" strike="noStrike" cap="none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  <a:sym typeface="Arial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MX" sz="1800" b="1" u="none" strike="noStrike" cap="none" dirty="0">
                          <a:solidFill>
                            <a:schemeClr val="tx1"/>
                          </a:solidFill>
                          <a:sym typeface="Arial"/>
                        </a:rPr>
                        <a:t>Jul</a:t>
                      </a:r>
                      <a:endParaRPr lang="es-MX" sz="1800" b="1" i="0" u="none" strike="noStrike" cap="none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  <a:sym typeface="Arial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MX" sz="1800" b="1" u="none" strike="noStrike" cap="none" dirty="0">
                          <a:solidFill>
                            <a:schemeClr val="tx1"/>
                          </a:solidFill>
                          <a:sym typeface="Arial"/>
                        </a:rPr>
                        <a:t>Ago</a:t>
                      </a:r>
                      <a:endParaRPr lang="es-MX" sz="1800" b="1" i="0" u="none" strike="noStrike" cap="none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  <a:sym typeface="Arial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MX" sz="1800" b="1" u="none" strike="noStrike" cap="none" dirty="0">
                          <a:solidFill>
                            <a:schemeClr val="tx1"/>
                          </a:solidFill>
                          <a:sym typeface="Arial"/>
                        </a:rPr>
                        <a:t>Sep</a:t>
                      </a:r>
                      <a:endParaRPr lang="es-MX" sz="1800" b="1" i="0" u="none" strike="noStrike" cap="none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  <a:sym typeface="Arial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MX" sz="1800" b="1" u="none" strike="noStrike" cap="none" dirty="0">
                          <a:solidFill>
                            <a:schemeClr val="tx1"/>
                          </a:solidFill>
                          <a:sym typeface="Arial"/>
                        </a:rPr>
                        <a:t>Oct</a:t>
                      </a:r>
                      <a:endParaRPr lang="es-MX" sz="1800" b="1" i="0" u="none" strike="noStrike" cap="none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  <a:sym typeface="Arial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MX" sz="1800" b="1" u="none" strike="noStrike" cap="none" dirty="0">
                          <a:solidFill>
                            <a:schemeClr val="tx1"/>
                          </a:solidFill>
                          <a:sym typeface="Arial"/>
                        </a:rPr>
                        <a:t>Nov</a:t>
                      </a:r>
                      <a:endParaRPr lang="es-MX" sz="1800" b="1" i="0" u="none" strike="noStrike" cap="none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  <a:sym typeface="Arial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MX" sz="1800" b="1" u="none" strike="noStrike" cap="none" dirty="0">
                          <a:solidFill>
                            <a:schemeClr val="tx1"/>
                          </a:solidFill>
                          <a:sym typeface="Arial"/>
                        </a:rPr>
                        <a:t>Dic</a:t>
                      </a:r>
                      <a:endParaRPr lang="es-MX" sz="1800" b="1" i="0" u="none" strike="noStrike" cap="none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MX" sz="1800" b="1" u="none" strike="noStrike" cap="none" dirty="0">
                          <a:solidFill>
                            <a:schemeClr val="tx1"/>
                          </a:solidFill>
                          <a:sym typeface="Arial"/>
                        </a:rPr>
                        <a:t>Ene</a:t>
                      </a:r>
                      <a:endParaRPr lang="es-MX" sz="1800" b="1" i="0" u="none" strike="noStrike" cap="none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MX" sz="1800" b="1" u="none" strike="noStrike" cap="none" dirty="0">
                          <a:solidFill>
                            <a:schemeClr val="tx1"/>
                          </a:solidFill>
                          <a:sym typeface="Arial"/>
                        </a:rPr>
                        <a:t>Feb</a:t>
                      </a:r>
                      <a:endParaRPr lang="es-MX" sz="1800" b="1" i="0" u="none" strike="noStrike" cap="none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MX" sz="1800" b="1" u="none" strike="noStrike" cap="none" dirty="0">
                          <a:solidFill>
                            <a:schemeClr val="tx1"/>
                          </a:solidFill>
                          <a:sym typeface="Arial"/>
                        </a:rPr>
                        <a:t>Mar</a:t>
                      </a:r>
                      <a:endParaRPr lang="es-MX" sz="1800" b="1" i="0" u="none" strike="noStrike" cap="none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  <a:sym typeface="Arial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MX" sz="1800" b="1" u="none" strike="noStrike" cap="none" dirty="0">
                          <a:solidFill>
                            <a:schemeClr val="tx1"/>
                          </a:solidFill>
                          <a:sym typeface="Arial"/>
                        </a:rPr>
                        <a:t>Abr</a:t>
                      </a:r>
                      <a:endParaRPr lang="es-MX" sz="1800" b="1" i="0" u="none" strike="noStrike" cap="none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  <a:sym typeface="Arial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MX" sz="1800" b="1" u="none" strike="noStrike" cap="none" dirty="0">
                          <a:solidFill>
                            <a:schemeClr val="tx1"/>
                          </a:solidFill>
                          <a:sym typeface="Arial"/>
                        </a:rPr>
                        <a:t>May</a:t>
                      </a:r>
                      <a:endParaRPr lang="es-MX" sz="1800" b="1" i="0" u="none" strike="noStrike" cap="none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  <a:sym typeface="Arial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sz="1800" b="1" u="none" strike="noStrike" cap="none" dirty="0">
                          <a:solidFill>
                            <a:schemeClr val="tx1"/>
                          </a:solidFill>
                          <a:sym typeface="Arial"/>
                        </a:rPr>
                        <a:t>Jun</a:t>
                      </a:r>
                      <a:endParaRPr lang="es-MX" sz="1800" b="1" i="0" u="none" strike="noStrike" cap="none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  <a:sym typeface="Arial"/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1001288"/>
                  </a:ext>
                </a:extLst>
              </a:tr>
              <a:tr h="5009312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s-MX" sz="1800" b="1" i="0" u="none" strike="noStrike" cap="none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  <a:sym typeface="Arial"/>
                      </a:endParaRPr>
                    </a:p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s-MX" sz="1800" b="1" i="0" u="none" strike="noStrike" cap="none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  <a:sym typeface="Arial"/>
                      </a:endParaRPr>
                    </a:p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s-MX" sz="1800" b="1" i="0" u="none" strike="noStrike" cap="none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  <a:sym typeface="Arial"/>
                      </a:endParaRPr>
                    </a:p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s-MX" sz="1800" b="1" i="0" u="none" strike="noStrike" cap="none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  <a:sym typeface="Arial"/>
                      </a:endParaRPr>
                    </a:p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s-MX" sz="1800" b="1" i="0" u="none" strike="noStrike" cap="none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  <a:sym typeface="Arial"/>
                      </a:endParaRPr>
                    </a:p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s-MX" sz="1800" b="1" i="0" u="none" strike="noStrike" cap="none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  <a:sym typeface="Arial"/>
                      </a:endParaRPr>
                    </a:p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s-MX" sz="1800" b="1" i="0" u="none" strike="noStrike" cap="none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  <a:sym typeface="Arial"/>
                      </a:endParaRPr>
                    </a:p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s-MX" sz="1800" b="1" i="0" u="none" strike="noStrike" cap="none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  <a:sym typeface="Arial"/>
                      </a:endParaRPr>
                    </a:p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s-MX" sz="1800" b="1" i="0" u="none" strike="noStrike" cap="none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  <a:sym typeface="Arial"/>
                      </a:endParaRPr>
                    </a:p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s-MX" sz="1800" b="1" i="0" u="none" strike="noStrike" cap="none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  <a:sym typeface="Arial"/>
                      </a:endParaRPr>
                    </a:p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s-MX" sz="1800" b="1" i="0" u="none" strike="noStrike" cap="none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  <a:sym typeface="Arial"/>
                      </a:endParaRPr>
                    </a:p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s-MX" sz="1800" b="1" i="0" u="none" strike="noStrike" cap="none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  <a:sym typeface="Arial"/>
                      </a:endParaRPr>
                    </a:p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s-MX" sz="1800" b="1" i="0" u="none" strike="noStrike" cap="none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  <a:sym typeface="Arial"/>
                      </a:endParaRPr>
                    </a:p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s-MX" sz="1800" b="1" i="0" u="none" strike="noStrike" cap="none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  <a:sym typeface="Arial"/>
                      </a:endParaRPr>
                    </a:p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s-MX" sz="1800" b="1" i="0" u="none" strike="noStrike" cap="none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  <a:sym typeface="Arial"/>
                      </a:endParaRPr>
                    </a:p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s-MX" sz="1800" b="1" i="0" u="none" strike="noStrike" cap="none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  <a:sym typeface="Arial"/>
                      </a:endParaRPr>
                    </a:p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s-MX" sz="1800" b="1" i="0" u="none" strike="noStrike" cap="none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  <a:sym typeface="Arial"/>
                      </a:endParaRPr>
                    </a:p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s-MX" sz="1800" b="1" i="0" u="none" strike="noStrike" cap="none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  <a:sym typeface="Arial"/>
                      </a:endParaRPr>
                    </a:p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s-MX" sz="1800" b="1" i="0" u="none" strike="noStrike" cap="none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  <a:sym typeface="Arial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s-MX" sz="1800" b="1" i="0" u="none" strike="noStrike" cap="none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s-MX" sz="1800" b="1" i="0" u="none" strike="noStrike" cap="none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s-MX" sz="1800" b="1" i="0" u="none" strike="noStrike" cap="none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s-MX" sz="1800" b="1" i="0" u="none" strike="noStrike" cap="none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s-MX" sz="1800" b="1" i="0" u="none" strike="noStrike" cap="none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s-MX" sz="1800" b="1" i="0" u="none" strike="noStrike" cap="none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s-MX" sz="1800" b="1" i="0" u="none" strike="noStrike" cap="none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s-MX" sz="1800" b="1" i="0" u="none" strike="noStrike" cap="none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s-MX" sz="1800" b="1" i="0" u="none" strike="noStrike" cap="none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s-MX" sz="1800" b="1" i="0" u="none" strike="noStrike" cap="none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s-MX" sz="1800" b="1" i="0" u="none" strike="noStrike" cap="none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s-MX" sz="1800" b="1" i="0" u="none" strike="noStrike" cap="none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672277612"/>
                  </a:ext>
                </a:extLst>
              </a:tr>
            </a:tbl>
          </a:graphicData>
        </a:graphic>
      </p:graphicFrame>
      <p:sp>
        <p:nvSpPr>
          <p:cNvPr id="106" name="OTLSHAPE_SL_8911bceb679441adb3756a794b682f31_HeaderRectangle">
            <a:extLst>
              <a:ext uri="{FF2B5EF4-FFF2-40B4-BE49-F238E27FC236}">
                <a16:creationId xmlns:a16="http://schemas.microsoft.com/office/drawing/2014/main" id="{C1E39803-15F8-C1A5-27F7-6C8E76100103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1667729"/>
            <a:ext cx="619025" cy="447674"/>
          </a:xfrm>
          <a:prstGeom prst="rect">
            <a:avLst/>
          </a:prstGeom>
          <a:solidFill>
            <a:schemeClr val="tx1">
              <a:lumMod val="50000"/>
              <a:lumOff val="50000"/>
              <a:alpha val="49804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8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Proyecto</a:t>
            </a:r>
          </a:p>
        </p:txBody>
      </p:sp>
      <p:sp>
        <p:nvSpPr>
          <p:cNvPr id="107" name="Rectángulo: esquinas redondeadas 106">
            <a:extLst>
              <a:ext uri="{FF2B5EF4-FFF2-40B4-BE49-F238E27FC236}">
                <a16:creationId xmlns:a16="http://schemas.microsoft.com/office/drawing/2014/main" id="{F31E3E8D-C922-C05D-2DC1-58F4E57036A1}"/>
              </a:ext>
            </a:extLst>
          </p:cNvPr>
          <p:cNvSpPr/>
          <p:nvPr/>
        </p:nvSpPr>
        <p:spPr>
          <a:xfrm>
            <a:off x="1023578" y="1708490"/>
            <a:ext cx="545911" cy="256292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dirty="0">
                <a:solidFill>
                  <a:schemeClr val="tx1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Planeación</a:t>
            </a:r>
          </a:p>
        </p:txBody>
      </p:sp>
      <p:sp>
        <p:nvSpPr>
          <p:cNvPr id="108" name="OTLSHAPE_SL_8911bceb679441adb3756a794b682f31_HeaderRectangle">
            <a:extLst>
              <a:ext uri="{FF2B5EF4-FFF2-40B4-BE49-F238E27FC236}">
                <a16:creationId xmlns:a16="http://schemas.microsoft.com/office/drawing/2014/main" id="{B7F9230D-64A9-19DA-0DF7-917251D0882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 rot="16200000">
            <a:off x="-486189" y="2888197"/>
            <a:ext cx="1591401" cy="619025"/>
          </a:xfrm>
          <a:prstGeom prst="rect">
            <a:avLst/>
          </a:prstGeom>
          <a:solidFill>
            <a:schemeClr val="accent4">
              <a:alpha val="49804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Campañas</a:t>
            </a:r>
          </a:p>
        </p:txBody>
      </p:sp>
      <p:sp>
        <p:nvSpPr>
          <p:cNvPr id="109" name="Rectángulo: esquinas redondeadas 108">
            <a:extLst>
              <a:ext uri="{FF2B5EF4-FFF2-40B4-BE49-F238E27FC236}">
                <a16:creationId xmlns:a16="http://schemas.microsoft.com/office/drawing/2014/main" id="{71DFAB0F-B3DD-F5D5-C5CA-8122411FA829}"/>
              </a:ext>
            </a:extLst>
          </p:cNvPr>
          <p:cNvSpPr/>
          <p:nvPr/>
        </p:nvSpPr>
        <p:spPr>
          <a:xfrm>
            <a:off x="2183642" y="2402005"/>
            <a:ext cx="2088108" cy="272958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b="1" dirty="0">
                <a:solidFill>
                  <a:schemeClr val="tx1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Campaña 1 </a:t>
            </a:r>
            <a:r>
              <a:rPr lang="es-MX" sz="1200" dirty="0">
                <a:solidFill>
                  <a:schemeClr val="tx1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(25/07 -07-10)</a:t>
            </a:r>
          </a:p>
        </p:txBody>
      </p:sp>
      <p:sp>
        <p:nvSpPr>
          <p:cNvPr id="110" name="OTLSHAPE_SL_8911bceb679441adb3756a794b682f31_HeaderRectangle">
            <a:extLst>
              <a:ext uri="{FF2B5EF4-FFF2-40B4-BE49-F238E27FC236}">
                <a16:creationId xmlns:a16="http://schemas.microsoft.com/office/drawing/2014/main" id="{FED79CA4-3B2C-A16E-DE7E-64E906513E8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1970255"/>
            <a:ext cx="619025" cy="447674"/>
          </a:xfrm>
          <a:prstGeom prst="rect">
            <a:avLst/>
          </a:prstGeom>
          <a:solidFill>
            <a:schemeClr val="accent2">
              <a:lumMod val="50000"/>
              <a:alpha val="49804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8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Programa</a:t>
            </a:r>
          </a:p>
        </p:txBody>
      </p:sp>
      <p:sp>
        <p:nvSpPr>
          <p:cNvPr id="111" name="Rectángulo: esquinas redondeadas 110">
            <a:extLst>
              <a:ext uri="{FF2B5EF4-FFF2-40B4-BE49-F238E27FC236}">
                <a16:creationId xmlns:a16="http://schemas.microsoft.com/office/drawing/2014/main" id="{52A58CA2-0774-3B87-1ACB-38DD1CFB0E6B}"/>
              </a:ext>
            </a:extLst>
          </p:cNvPr>
          <p:cNvSpPr/>
          <p:nvPr/>
        </p:nvSpPr>
        <p:spPr>
          <a:xfrm>
            <a:off x="1296534" y="2055496"/>
            <a:ext cx="1064528" cy="256292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dirty="0">
                <a:solidFill>
                  <a:schemeClr val="tx1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Definición</a:t>
            </a:r>
          </a:p>
        </p:txBody>
      </p:sp>
      <p:sp>
        <p:nvSpPr>
          <p:cNvPr id="112" name="Rectángulo: esquinas redondeadas 111">
            <a:extLst>
              <a:ext uri="{FF2B5EF4-FFF2-40B4-BE49-F238E27FC236}">
                <a16:creationId xmlns:a16="http://schemas.microsoft.com/office/drawing/2014/main" id="{790ADBFB-74E3-DB4F-ECE0-2681EA70BA62}"/>
              </a:ext>
            </a:extLst>
          </p:cNvPr>
          <p:cNvSpPr/>
          <p:nvPr/>
        </p:nvSpPr>
        <p:spPr>
          <a:xfrm>
            <a:off x="10417794" y="2074459"/>
            <a:ext cx="532264" cy="256292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dirty="0">
                <a:solidFill>
                  <a:schemeClr val="tx1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Cierre</a:t>
            </a:r>
          </a:p>
        </p:txBody>
      </p:sp>
      <p:sp>
        <p:nvSpPr>
          <p:cNvPr id="113" name="Rectángulo: esquinas redondeadas 112">
            <a:extLst>
              <a:ext uri="{FF2B5EF4-FFF2-40B4-BE49-F238E27FC236}">
                <a16:creationId xmlns:a16="http://schemas.microsoft.com/office/drawing/2014/main" id="{84259E68-C965-48F9-5BF1-0A607C76808F}"/>
              </a:ext>
            </a:extLst>
          </p:cNvPr>
          <p:cNvSpPr/>
          <p:nvPr/>
        </p:nvSpPr>
        <p:spPr>
          <a:xfrm>
            <a:off x="11250310" y="1708490"/>
            <a:ext cx="545911" cy="256292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dirty="0">
                <a:solidFill>
                  <a:schemeClr val="tx1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Cierre</a:t>
            </a:r>
          </a:p>
        </p:txBody>
      </p:sp>
      <p:sp>
        <p:nvSpPr>
          <p:cNvPr id="114" name="Rectángulo: esquinas redondeadas 113">
            <a:extLst>
              <a:ext uri="{FF2B5EF4-FFF2-40B4-BE49-F238E27FC236}">
                <a16:creationId xmlns:a16="http://schemas.microsoft.com/office/drawing/2014/main" id="{5F61E5F3-F000-0F85-2AC8-7A8BA6663F07}"/>
              </a:ext>
            </a:extLst>
          </p:cNvPr>
          <p:cNvSpPr/>
          <p:nvPr/>
        </p:nvSpPr>
        <p:spPr>
          <a:xfrm>
            <a:off x="4007892" y="2736802"/>
            <a:ext cx="2420204" cy="248143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b="1" dirty="0">
                <a:solidFill>
                  <a:schemeClr val="tx1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             </a:t>
            </a:r>
          </a:p>
          <a:p>
            <a:pPr algn="ctr"/>
            <a:r>
              <a:rPr lang="es-MX" sz="1200" b="1" dirty="0">
                <a:solidFill>
                  <a:schemeClr val="tx1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            Campaña 2 </a:t>
            </a:r>
            <a:r>
              <a:rPr lang="es-MX" sz="1200" dirty="0">
                <a:solidFill>
                  <a:schemeClr val="tx1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(21/09 -07-12)</a:t>
            </a:r>
          </a:p>
        </p:txBody>
      </p:sp>
      <p:sp>
        <p:nvSpPr>
          <p:cNvPr id="115" name="Rectángulo: esquinas redondeadas 114">
            <a:extLst>
              <a:ext uri="{FF2B5EF4-FFF2-40B4-BE49-F238E27FC236}">
                <a16:creationId xmlns:a16="http://schemas.microsoft.com/office/drawing/2014/main" id="{6B3681D8-A3C9-9CCE-99CC-080832660581}"/>
              </a:ext>
            </a:extLst>
          </p:cNvPr>
          <p:cNvSpPr/>
          <p:nvPr/>
        </p:nvSpPr>
        <p:spPr>
          <a:xfrm>
            <a:off x="5852614" y="3066289"/>
            <a:ext cx="2088108" cy="272958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b="1" dirty="0">
                <a:solidFill>
                  <a:schemeClr val="tx1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Campaña 3 </a:t>
            </a:r>
            <a:r>
              <a:rPr lang="es-MX" sz="1200" dirty="0">
                <a:solidFill>
                  <a:schemeClr val="tx1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(22/11 -13-02)</a:t>
            </a:r>
          </a:p>
        </p:txBody>
      </p:sp>
      <p:sp>
        <p:nvSpPr>
          <p:cNvPr id="116" name="Rectángulo: esquinas redondeadas 115">
            <a:extLst>
              <a:ext uri="{FF2B5EF4-FFF2-40B4-BE49-F238E27FC236}">
                <a16:creationId xmlns:a16="http://schemas.microsoft.com/office/drawing/2014/main" id="{87AEFD41-6FE9-4435-9D8E-3658AD82D449}"/>
              </a:ext>
            </a:extLst>
          </p:cNvPr>
          <p:cNvSpPr/>
          <p:nvPr/>
        </p:nvSpPr>
        <p:spPr>
          <a:xfrm>
            <a:off x="7547211" y="3401704"/>
            <a:ext cx="2224586" cy="272958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b="1" dirty="0">
                <a:solidFill>
                  <a:schemeClr val="tx1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Campaña 4 </a:t>
            </a:r>
            <a:r>
              <a:rPr lang="es-MX" sz="1200" dirty="0">
                <a:solidFill>
                  <a:schemeClr val="tx1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(23/01 -07-04)</a:t>
            </a:r>
          </a:p>
        </p:txBody>
      </p:sp>
      <p:sp>
        <p:nvSpPr>
          <p:cNvPr id="117" name="Rectángulo: esquinas redondeadas 116">
            <a:extLst>
              <a:ext uri="{FF2B5EF4-FFF2-40B4-BE49-F238E27FC236}">
                <a16:creationId xmlns:a16="http://schemas.microsoft.com/office/drawing/2014/main" id="{53DBEC43-364F-2FA1-8968-61B0F0BBAFC0}"/>
              </a:ext>
            </a:extLst>
          </p:cNvPr>
          <p:cNvSpPr/>
          <p:nvPr/>
        </p:nvSpPr>
        <p:spPr>
          <a:xfrm>
            <a:off x="9612580" y="3737119"/>
            <a:ext cx="1960394" cy="256292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b="1" dirty="0">
                <a:solidFill>
                  <a:schemeClr val="tx1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Campaña 5 </a:t>
            </a:r>
            <a:r>
              <a:rPr lang="es-MX" sz="1200" dirty="0">
                <a:solidFill>
                  <a:schemeClr val="tx1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(03/04 -07-06)</a:t>
            </a:r>
          </a:p>
        </p:txBody>
      </p:sp>
      <p:sp>
        <p:nvSpPr>
          <p:cNvPr id="118" name="OTLSHAPE_SL_8911bceb679441adb3756a794b682f31_HeaderRectangle">
            <a:extLst>
              <a:ext uri="{FF2B5EF4-FFF2-40B4-BE49-F238E27FC236}">
                <a16:creationId xmlns:a16="http://schemas.microsoft.com/office/drawing/2014/main" id="{20DF3733-D75E-9887-D2EC-EEA6D4AA6A43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-2" y="3994092"/>
            <a:ext cx="619025" cy="447674"/>
          </a:xfrm>
          <a:prstGeom prst="rect">
            <a:avLst/>
          </a:prstGeom>
          <a:solidFill>
            <a:schemeClr val="tx1">
              <a:lumMod val="50000"/>
              <a:lumOff val="50000"/>
              <a:alpha val="49804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8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Sesión</a:t>
            </a:r>
          </a:p>
          <a:p>
            <a:pPr algn="ctr"/>
            <a:r>
              <a:rPr lang="es-ES" sz="8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C-</a:t>
            </a:r>
            <a:r>
              <a:rPr lang="es-ES" sz="800" b="1" dirty="0" err="1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Level</a:t>
            </a:r>
            <a:endParaRPr lang="es-ES" sz="800" b="1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9" name="Rectángulo: esquinas redondeadas 118">
            <a:extLst>
              <a:ext uri="{FF2B5EF4-FFF2-40B4-BE49-F238E27FC236}">
                <a16:creationId xmlns:a16="http://schemas.microsoft.com/office/drawing/2014/main" id="{7D450E2A-0DBC-04BF-02F2-EBA4FA8E81A0}"/>
              </a:ext>
            </a:extLst>
          </p:cNvPr>
          <p:cNvSpPr/>
          <p:nvPr/>
        </p:nvSpPr>
        <p:spPr>
          <a:xfrm>
            <a:off x="3461981" y="3993410"/>
            <a:ext cx="1055428" cy="256292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dirty="0">
                <a:solidFill>
                  <a:schemeClr val="tx1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05/09-14/10</a:t>
            </a:r>
          </a:p>
        </p:txBody>
      </p:sp>
      <p:sp>
        <p:nvSpPr>
          <p:cNvPr id="120" name="OTLSHAPE_SL_8911bceb679441adb3756a794b682f31_HeaderRectangle">
            <a:extLst>
              <a:ext uri="{FF2B5EF4-FFF2-40B4-BE49-F238E27FC236}">
                <a16:creationId xmlns:a16="http://schemas.microsoft.com/office/drawing/2014/main" id="{483BF37A-08C9-59F1-BE3F-23DD73599EA5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-68060" y="4344564"/>
            <a:ext cx="726546" cy="423521"/>
          </a:xfrm>
          <a:prstGeom prst="rect">
            <a:avLst/>
          </a:prstGeom>
          <a:solidFill>
            <a:schemeClr val="accent2">
              <a:lumMod val="50000"/>
              <a:alpha val="49804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8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Campañas Phishing</a:t>
            </a:r>
          </a:p>
        </p:txBody>
      </p:sp>
      <p:sp>
        <p:nvSpPr>
          <p:cNvPr id="121" name="Rectángulo: esquinas redondeadas 120">
            <a:extLst>
              <a:ext uri="{FF2B5EF4-FFF2-40B4-BE49-F238E27FC236}">
                <a16:creationId xmlns:a16="http://schemas.microsoft.com/office/drawing/2014/main" id="{BB8C27F2-4B8A-21FD-7A4C-67B6E609FC04}"/>
              </a:ext>
            </a:extLst>
          </p:cNvPr>
          <p:cNvSpPr/>
          <p:nvPr/>
        </p:nvSpPr>
        <p:spPr>
          <a:xfrm>
            <a:off x="4367284" y="4350780"/>
            <a:ext cx="1228297" cy="256292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 dirty="0">
                <a:solidFill>
                  <a:schemeClr val="tx1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Campaña 1 (</a:t>
            </a:r>
            <a:r>
              <a:rPr lang="es-MX" sz="900" dirty="0">
                <a:solidFill>
                  <a:schemeClr val="tx1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10/10 – 14/11)</a:t>
            </a:r>
          </a:p>
        </p:txBody>
      </p:sp>
      <p:sp>
        <p:nvSpPr>
          <p:cNvPr id="122" name="Rectángulo: esquinas redondeadas 121">
            <a:extLst>
              <a:ext uri="{FF2B5EF4-FFF2-40B4-BE49-F238E27FC236}">
                <a16:creationId xmlns:a16="http://schemas.microsoft.com/office/drawing/2014/main" id="{22F44C8F-9227-02C0-F45C-32EF794AC82C}"/>
              </a:ext>
            </a:extLst>
          </p:cNvPr>
          <p:cNvSpPr/>
          <p:nvPr/>
        </p:nvSpPr>
        <p:spPr>
          <a:xfrm>
            <a:off x="7665494" y="4387414"/>
            <a:ext cx="912449" cy="256292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 dirty="0">
                <a:solidFill>
                  <a:schemeClr val="tx1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Campaña 2 </a:t>
            </a:r>
            <a:r>
              <a:rPr lang="es-MX" sz="900" dirty="0">
                <a:solidFill>
                  <a:schemeClr val="tx1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(30/01 – 27/02)</a:t>
            </a:r>
          </a:p>
        </p:txBody>
      </p:sp>
      <p:sp>
        <p:nvSpPr>
          <p:cNvPr id="123" name="Rectángulo: esquinas redondeadas 122">
            <a:extLst>
              <a:ext uri="{FF2B5EF4-FFF2-40B4-BE49-F238E27FC236}">
                <a16:creationId xmlns:a16="http://schemas.microsoft.com/office/drawing/2014/main" id="{ECBAFF07-2FB9-A610-341C-4FF541EB558A}"/>
              </a:ext>
            </a:extLst>
          </p:cNvPr>
          <p:cNvSpPr/>
          <p:nvPr/>
        </p:nvSpPr>
        <p:spPr>
          <a:xfrm>
            <a:off x="10701795" y="4413495"/>
            <a:ext cx="912449" cy="256292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 dirty="0">
                <a:solidFill>
                  <a:schemeClr val="tx1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Campaña 3 </a:t>
            </a:r>
            <a:r>
              <a:rPr lang="es-MX" sz="900" dirty="0">
                <a:solidFill>
                  <a:schemeClr val="tx1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(16/05 – 12/06)</a:t>
            </a:r>
          </a:p>
        </p:txBody>
      </p:sp>
      <p:sp>
        <p:nvSpPr>
          <p:cNvPr id="124" name="OTLSHAPE_SL_8911bceb679441adb3756a794b682f31_HeaderRectangle">
            <a:extLst>
              <a:ext uri="{FF2B5EF4-FFF2-40B4-BE49-F238E27FC236}">
                <a16:creationId xmlns:a16="http://schemas.microsoft.com/office/drawing/2014/main" id="{EAA54F14-73D1-41D2-AC11-B59E83059C29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-59394" y="4770073"/>
            <a:ext cx="726546" cy="348484"/>
          </a:xfrm>
          <a:prstGeom prst="rect">
            <a:avLst/>
          </a:prstGeom>
          <a:solidFill>
            <a:schemeClr val="accent4">
              <a:alpha val="49804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Impresos</a:t>
            </a:r>
          </a:p>
        </p:txBody>
      </p:sp>
      <p:sp>
        <p:nvSpPr>
          <p:cNvPr id="126" name="Rectángulo: esquinas redondeadas 125">
            <a:extLst>
              <a:ext uri="{FF2B5EF4-FFF2-40B4-BE49-F238E27FC236}">
                <a16:creationId xmlns:a16="http://schemas.microsoft.com/office/drawing/2014/main" id="{106C354F-2BD9-85AD-3756-0F0261BA951B}"/>
              </a:ext>
            </a:extLst>
          </p:cNvPr>
          <p:cNvSpPr/>
          <p:nvPr/>
        </p:nvSpPr>
        <p:spPr>
          <a:xfrm>
            <a:off x="8638673" y="4770732"/>
            <a:ext cx="854242" cy="272958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dirty="0">
                <a:solidFill>
                  <a:schemeClr val="tx1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(02/03 – 31/03)</a:t>
            </a:r>
          </a:p>
        </p:txBody>
      </p:sp>
      <p:sp>
        <p:nvSpPr>
          <p:cNvPr id="127" name="OTLSHAPE_SL_8911bceb679441adb3756a794b682f31_HeaderRectangle">
            <a:extLst>
              <a:ext uri="{FF2B5EF4-FFF2-40B4-BE49-F238E27FC236}">
                <a16:creationId xmlns:a16="http://schemas.microsoft.com/office/drawing/2014/main" id="{CBD11BE3-0A35-6CD7-7F30-00FD67BBFF30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 rot="16200000">
            <a:off x="-928" y="5108057"/>
            <a:ext cx="619025" cy="620880"/>
          </a:xfrm>
          <a:prstGeom prst="rect">
            <a:avLst/>
          </a:prstGeom>
          <a:solidFill>
            <a:schemeClr val="tx1">
              <a:lumMod val="50000"/>
              <a:lumOff val="50000"/>
              <a:alpha val="49804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8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Capacitación</a:t>
            </a:r>
          </a:p>
        </p:txBody>
      </p:sp>
      <p:sp>
        <p:nvSpPr>
          <p:cNvPr id="128" name="Rectángulo: esquinas redondeadas 127">
            <a:extLst>
              <a:ext uri="{FF2B5EF4-FFF2-40B4-BE49-F238E27FC236}">
                <a16:creationId xmlns:a16="http://schemas.microsoft.com/office/drawing/2014/main" id="{1CA68989-77DE-AFB9-77A9-40144A6864BF}"/>
              </a:ext>
            </a:extLst>
          </p:cNvPr>
          <p:cNvSpPr/>
          <p:nvPr/>
        </p:nvSpPr>
        <p:spPr>
          <a:xfrm>
            <a:off x="2406552" y="5096141"/>
            <a:ext cx="2839215" cy="272958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 b="1" dirty="0">
                <a:solidFill>
                  <a:schemeClr val="tx1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Curso PCI </a:t>
            </a:r>
            <a:r>
              <a:rPr lang="es-MX" sz="1000" dirty="0">
                <a:solidFill>
                  <a:schemeClr val="tx1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(01/08-08/11)</a:t>
            </a:r>
          </a:p>
        </p:txBody>
      </p:sp>
      <p:sp>
        <p:nvSpPr>
          <p:cNvPr id="129" name="OTLSHAPE_SL_8911bceb679441adb3756a794b682f31_HeaderRectangle">
            <a:extLst>
              <a:ext uri="{FF2B5EF4-FFF2-40B4-BE49-F238E27FC236}">
                <a16:creationId xmlns:a16="http://schemas.microsoft.com/office/drawing/2014/main" id="{761E740C-8415-AC95-8B22-BF55FB48F0FF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0" y="5728010"/>
            <a:ext cx="619025" cy="447674"/>
          </a:xfrm>
          <a:prstGeom prst="rect">
            <a:avLst/>
          </a:prstGeom>
          <a:solidFill>
            <a:schemeClr val="accent2">
              <a:lumMod val="50000"/>
              <a:alpha val="49804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8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Interacciones</a:t>
            </a:r>
          </a:p>
        </p:txBody>
      </p:sp>
      <p:sp>
        <p:nvSpPr>
          <p:cNvPr id="130" name="Rectángulo: esquinas redondeadas 129">
            <a:extLst>
              <a:ext uri="{FF2B5EF4-FFF2-40B4-BE49-F238E27FC236}">
                <a16:creationId xmlns:a16="http://schemas.microsoft.com/office/drawing/2014/main" id="{4E5A3185-4C87-7642-9355-723F5B97071C}"/>
              </a:ext>
            </a:extLst>
          </p:cNvPr>
          <p:cNvSpPr/>
          <p:nvPr/>
        </p:nvSpPr>
        <p:spPr>
          <a:xfrm>
            <a:off x="6648258" y="5752388"/>
            <a:ext cx="614691" cy="256292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00" b="1" dirty="0" err="1">
                <a:solidFill>
                  <a:schemeClr val="tx1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Week</a:t>
            </a:r>
            <a:r>
              <a:rPr lang="es-MX" sz="800" b="1" dirty="0">
                <a:solidFill>
                  <a:schemeClr val="tx1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 1 </a:t>
            </a:r>
            <a:r>
              <a:rPr lang="es-MX" sz="800" dirty="0">
                <a:solidFill>
                  <a:schemeClr val="tx1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(26/12 – 20/01)</a:t>
            </a:r>
          </a:p>
        </p:txBody>
      </p:sp>
      <p:sp>
        <p:nvSpPr>
          <p:cNvPr id="131" name="Rectángulo: esquinas redondeadas 130">
            <a:extLst>
              <a:ext uri="{FF2B5EF4-FFF2-40B4-BE49-F238E27FC236}">
                <a16:creationId xmlns:a16="http://schemas.microsoft.com/office/drawing/2014/main" id="{FC23A4DE-D486-101E-3444-86E27A568704}"/>
              </a:ext>
            </a:extLst>
          </p:cNvPr>
          <p:cNvSpPr/>
          <p:nvPr/>
        </p:nvSpPr>
        <p:spPr>
          <a:xfrm>
            <a:off x="10850673" y="5765748"/>
            <a:ext cx="614691" cy="256292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00" b="1" dirty="0" err="1">
                <a:solidFill>
                  <a:schemeClr val="tx1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Week</a:t>
            </a:r>
            <a:r>
              <a:rPr lang="es-MX" sz="800" b="1" dirty="0">
                <a:solidFill>
                  <a:schemeClr val="tx1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 2 </a:t>
            </a:r>
            <a:r>
              <a:rPr lang="es-MX" sz="800" dirty="0">
                <a:solidFill>
                  <a:schemeClr val="tx1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(15/05 – 09/06)</a:t>
            </a:r>
          </a:p>
        </p:txBody>
      </p:sp>
      <p:cxnSp>
        <p:nvCxnSpPr>
          <p:cNvPr id="133" name="Conector recto 132">
            <a:extLst>
              <a:ext uri="{FF2B5EF4-FFF2-40B4-BE49-F238E27FC236}">
                <a16:creationId xmlns:a16="http://schemas.microsoft.com/office/drawing/2014/main" id="{C785A511-5F8A-8988-21E7-2F4E8D6B9053}"/>
              </a:ext>
            </a:extLst>
          </p:cNvPr>
          <p:cNvCxnSpPr/>
          <p:nvPr/>
        </p:nvCxnSpPr>
        <p:spPr>
          <a:xfrm>
            <a:off x="4572004" y="1708490"/>
            <a:ext cx="0" cy="4612099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4" name="CuadroTexto 133">
            <a:extLst>
              <a:ext uri="{FF2B5EF4-FFF2-40B4-BE49-F238E27FC236}">
                <a16:creationId xmlns:a16="http://schemas.microsoft.com/office/drawing/2014/main" id="{12348E09-CAB6-2DB3-20B1-330B6F1C70EB}"/>
              </a:ext>
            </a:extLst>
          </p:cNvPr>
          <p:cNvSpPr txBox="1"/>
          <p:nvPr/>
        </p:nvSpPr>
        <p:spPr>
          <a:xfrm>
            <a:off x="3862200" y="6343698"/>
            <a:ext cx="14196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000" b="1" dirty="0">
                <a:latin typeface="Rajdhani" panose="02000000000000000000" pitchFamily="2" charset="0"/>
                <a:cs typeface="Rajdhani" panose="02000000000000000000" pitchFamily="2" charset="0"/>
              </a:rPr>
              <a:t>13 octubre</a:t>
            </a:r>
          </a:p>
        </p:txBody>
      </p:sp>
      <p:sp>
        <p:nvSpPr>
          <p:cNvPr id="135" name="Rectángulo: esquinas redondeadas 134">
            <a:extLst>
              <a:ext uri="{FF2B5EF4-FFF2-40B4-BE49-F238E27FC236}">
                <a16:creationId xmlns:a16="http://schemas.microsoft.com/office/drawing/2014/main" id="{71424CD3-D578-BAAA-467B-9178EA10A98C}"/>
              </a:ext>
            </a:extLst>
          </p:cNvPr>
          <p:cNvSpPr/>
          <p:nvPr/>
        </p:nvSpPr>
        <p:spPr>
          <a:xfrm>
            <a:off x="4271750" y="2417929"/>
            <a:ext cx="545910" cy="272958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AF133F04-B3D2-AF5E-FC96-4C1C3CAACE33}"/>
              </a:ext>
            </a:extLst>
          </p:cNvPr>
          <p:cNvSpPr/>
          <p:nvPr/>
        </p:nvSpPr>
        <p:spPr>
          <a:xfrm>
            <a:off x="4026092" y="2761617"/>
            <a:ext cx="600507" cy="248143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46302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1;p3">
            <a:extLst>
              <a:ext uri="{FF2B5EF4-FFF2-40B4-BE49-F238E27FC236}">
                <a16:creationId xmlns:a16="http://schemas.microsoft.com/office/drawing/2014/main" id="{D0ABEB2A-B5A0-EA43-512F-B1C51FD6D0E6}"/>
              </a:ext>
            </a:extLst>
          </p:cNvPr>
          <p:cNvSpPr txBox="1"/>
          <p:nvPr/>
        </p:nvSpPr>
        <p:spPr>
          <a:xfrm>
            <a:off x="727594" y="423802"/>
            <a:ext cx="11694661" cy="553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lay"/>
              <a:buNone/>
            </a:pPr>
            <a:r>
              <a:rPr lang="es-MX" sz="2900" b="1" dirty="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Esquema del plan de trabajo (cambios acordados)</a:t>
            </a:r>
            <a:endParaRPr sz="1300" b="0" i="0" u="none" strike="noStrike" cap="none" dirty="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graphicFrame>
        <p:nvGraphicFramePr>
          <p:cNvPr id="105" name="Tabla 105">
            <a:extLst>
              <a:ext uri="{FF2B5EF4-FFF2-40B4-BE49-F238E27FC236}">
                <a16:creationId xmlns:a16="http://schemas.microsoft.com/office/drawing/2014/main" id="{6D5B4D30-319E-94F0-BBAC-3F3E936AC73F}"/>
              </a:ext>
            </a:extLst>
          </p:cNvPr>
          <p:cNvGraphicFramePr>
            <a:graphicFrameLocks noGrp="1"/>
          </p:cNvGraphicFramePr>
          <p:nvPr/>
        </p:nvGraphicFramePr>
        <p:xfrm>
          <a:off x="619026" y="977466"/>
          <a:ext cx="11572977" cy="603504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890229">
                  <a:extLst>
                    <a:ext uri="{9D8B030D-6E8A-4147-A177-3AD203B41FA5}">
                      <a16:colId xmlns:a16="http://schemas.microsoft.com/office/drawing/2014/main" val="1633530646"/>
                    </a:ext>
                  </a:extLst>
                </a:gridCol>
                <a:gridCol w="890229">
                  <a:extLst>
                    <a:ext uri="{9D8B030D-6E8A-4147-A177-3AD203B41FA5}">
                      <a16:colId xmlns:a16="http://schemas.microsoft.com/office/drawing/2014/main" val="3077048384"/>
                    </a:ext>
                  </a:extLst>
                </a:gridCol>
                <a:gridCol w="890229">
                  <a:extLst>
                    <a:ext uri="{9D8B030D-6E8A-4147-A177-3AD203B41FA5}">
                      <a16:colId xmlns:a16="http://schemas.microsoft.com/office/drawing/2014/main" val="1906756514"/>
                    </a:ext>
                  </a:extLst>
                </a:gridCol>
                <a:gridCol w="890229">
                  <a:extLst>
                    <a:ext uri="{9D8B030D-6E8A-4147-A177-3AD203B41FA5}">
                      <a16:colId xmlns:a16="http://schemas.microsoft.com/office/drawing/2014/main" val="1575462713"/>
                    </a:ext>
                  </a:extLst>
                </a:gridCol>
                <a:gridCol w="890229">
                  <a:extLst>
                    <a:ext uri="{9D8B030D-6E8A-4147-A177-3AD203B41FA5}">
                      <a16:colId xmlns:a16="http://schemas.microsoft.com/office/drawing/2014/main" val="2588412775"/>
                    </a:ext>
                  </a:extLst>
                </a:gridCol>
                <a:gridCol w="890229">
                  <a:extLst>
                    <a:ext uri="{9D8B030D-6E8A-4147-A177-3AD203B41FA5}">
                      <a16:colId xmlns:a16="http://schemas.microsoft.com/office/drawing/2014/main" val="1145475805"/>
                    </a:ext>
                  </a:extLst>
                </a:gridCol>
                <a:gridCol w="890229">
                  <a:extLst>
                    <a:ext uri="{9D8B030D-6E8A-4147-A177-3AD203B41FA5}">
                      <a16:colId xmlns:a16="http://schemas.microsoft.com/office/drawing/2014/main" val="2128913992"/>
                    </a:ext>
                  </a:extLst>
                </a:gridCol>
                <a:gridCol w="890229">
                  <a:extLst>
                    <a:ext uri="{9D8B030D-6E8A-4147-A177-3AD203B41FA5}">
                      <a16:colId xmlns:a16="http://schemas.microsoft.com/office/drawing/2014/main" val="1315535101"/>
                    </a:ext>
                  </a:extLst>
                </a:gridCol>
                <a:gridCol w="890229">
                  <a:extLst>
                    <a:ext uri="{9D8B030D-6E8A-4147-A177-3AD203B41FA5}">
                      <a16:colId xmlns:a16="http://schemas.microsoft.com/office/drawing/2014/main" val="3090239809"/>
                    </a:ext>
                  </a:extLst>
                </a:gridCol>
                <a:gridCol w="890229">
                  <a:extLst>
                    <a:ext uri="{9D8B030D-6E8A-4147-A177-3AD203B41FA5}">
                      <a16:colId xmlns:a16="http://schemas.microsoft.com/office/drawing/2014/main" val="2502677030"/>
                    </a:ext>
                  </a:extLst>
                </a:gridCol>
                <a:gridCol w="890229">
                  <a:extLst>
                    <a:ext uri="{9D8B030D-6E8A-4147-A177-3AD203B41FA5}">
                      <a16:colId xmlns:a16="http://schemas.microsoft.com/office/drawing/2014/main" val="4050779159"/>
                    </a:ext>
                  </a:extLst>
                </a:gridCol>
                <a:gridCol w="890229">
                  <a:extLst>
                    <a:ext uri="{9D8B030D-6E8A-4147-A177-3AD203B41FA5}">
                      <a16:colId xmlns:a16="http://schemas.microsoft.com/office/drawing/2014/main" val="872856619"/>
                    </a:ext>
                  </a:extLst>
                </a:gridCol>
                <a:gridCol w="890229">
                  <a:extLst>
                    <a:ext uri="{9D8B030D-6E8A-4147-A177-3AD203B41FA5}">
                      <a16:colId xmlns:a16="http://schemas.microsoft.com/office/drawing/2014/main" val="3024573694"/>
                    </a:ext>
                  </a:extLst>
                </a:gridCol>
              </a:tblGrid>
              <a:tr h="182594">
                <a:tc gridSpan="7"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MX" sz="1800" b="1" u="none" strike="noStrike" cap="none" dirty="0">
                          <a:solidFill>
                            <a:schemeClr val="bg1"/>
                          </a:solidFill>
                          <a:sym typeface="Arial"/>
                        </a:rPr>
                        <a:t>2022</a:t>
                      </a:r>
                      <a:endParaRPr lang="es-MX" sz="1800" b="1" i="0" u="none" strike="noStrike" cap="none" dirty="0">
                        <a:solidFill>
                          <a:schemeClr val="bg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s-MX" sz="1800" b="1" i="0" u="none" strike="noStrike" cap="none" dirty="0">
                        <a:solidFill>
                          <a:schemeClr val="bg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  <a:sym typeface="Arial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s-MX" sz="1800" b="1" i="0" u="none" strike="noStrike" cap="none" dirty="0">
                        <a:solidFill>
                          <a:schemeClr val="bg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  <a:sym typeface="Arial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s-MX" sz="1800" b="1" i="0" u="none" strike="noStrike" cap="none" dirty="0">
                        <a:solidFill>
                          <a:schemeClr val="bg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  <a:sym typeface="Arial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s-MX" sz="1800" b="1" i="0" u="none" strike="noStrike" cap="none" dirty="0">
                        <a:solidFill>
                          <a:schemeClr val="bg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  <a:sym typeface="Arial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s-MX" sz="1800" b="1" i="0" u="none" strike="noStrike" cap="none" dirty="0">
                        <a:solidFill>
                          <a:schemeClr val="bg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  <a:sym typeface="Arial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s-MX" sz="1800" b="1" i="0" u="none" strike="noStrike" cap="none" dirty="0">
                        <a:solidFill>
                          <a:schemeClr val="bg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  <a:sym typeface="Arial"/>
                      </a:endParaRPr>
                    </a:p>
                  </a:txBody>
                  <a:tcPr anchor="ctr"/>
                </a:tc>
                <a:tc gridSpan="6"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MX" sz="1800" b="1" u="none" strike="noStrike" cap="none" dirty="0">
                          <a:solidFill>
                            <a:schemeClr val="bg1"/>
                          </a:solidFill>
                          <a:sym typeface="Arial"/>
                        </a:rPr>
                        <a:t>2023</a:t>
                      </a:r>
                      <a:endParaRPr lang="es-MX" sz="1800" b="1" i="0" u="none" strike="noStrike" cap="none" dirty="0">
                        <a:solidFill>
                          <a:schemeClr val="bg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s-MX" sz="1800" b="1" i="0" u="none" strike="noStrike" cap="none" dirty="0">
                        <a:solidFill>
                          <a:schemeClr val="bg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  <a:sym typeface="Arial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s-MX" sz="1800" b="1" i="0" u="none" strike="noStrike" cap="none" dirty="0">
                        <a:solidFill>
                          <a:schemeClr val="bg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  <a:sym typeface="Arial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s-MX" sz="1800" b="1" i="0" u="none" strike="noStrike" cap="none" dirty="0">
                        <a:solidFill>
                          <a:schemeClr val="bg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  <a:sym typeface="Arial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s-MX" sz="1800" b="1" i="0" u="none" strike="noStrike" cap="none" dirty="0">
                        <a:solidFill>
                          <a:schemeClr val="bg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  <a:sym typeface="Arial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s-MX" sz="1400" b="1" i="0" u="none" strike="noStrike" cap="none" dirty="0">
                        <a:solidFill>
                          <a:schemeClr val="bg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1467152"/>
                  </a:ext>
                </a:extLst>
              </a:tr>
              <a:tr h="267210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MX" sz="1800" b="1" u="none" strike="noStrike" cap="none" dirty="0">
                          <a:solidFill>
                            <a:schemeClr val="tx1"/>
                          </a:solidFill>
                          <a:sym typeface="Arial"/>
                        </a:rPr>
                        <a:t>Jun</a:t>
                      </a:r>
                      <a:endParaRPr lang="es-MX" sz="1800" b="1" i="0" u="none" strike="noStrike" cap="none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  <a:sym typeface="Arial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MX" sz="1800" b="1" u="none" strike="noStrike" cap="none" dirty="0">
                          <a:solidFill>
                            <a:schemeClr val="tx1"/>
                          </a:solidFill>
                          <a:sym typeface="Arial"/>
                        </a:rPr>
                        <a:t>Jul</a:t>
                      </a:r>
                      <a:endParaRPr lang="es-MX" sz="1800" b="1" i="0" u="none" strike="noStrike" cap="none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  <a:sym typeface="Arial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MX" sz="1800" b="1" u="none" strike="noStrike" cap="none" dirty="0">
                          <a:solidFill>
                            <a:schemeClr val="tx1"/>
                          </a:solidFill>
                          <a:sym typeface="Arial"/>
                        </a:rPr>
                        <a:t>Ago</a:t>
                      </a:r>
                      <a:endParaRPr lang="es-MX" sz="1800" b="1" i="0" u="none" strike="noStrike" cap="none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  <a:sym typeface="Arial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MX" sz="1800" b="1" u="none" strike="noStrike" cap="none" dirty="0">
                          <a:solidFill>
                            <a:schemeClr val="tx1"/>
                          </a:solidFill>
                          <a:sym typeface="Arial"/>
                        </a:rPr>
                        <a:t>Sep</a:t>
                      </a:r>
                      <a:endParaRPr lang="es-MX" sz="1800" b="1" i="0" u="none" strike="noStrike" cap="none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  <a:sym typeface="Arial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MX" sz="1800" b="1" u="none" strike="noStrike" cap="none" dirty="0">
                          <a:solidFill>
                            <a:schemeClr val="tx1"/>
                          </a:solidFill>
                          <a:sym typeface="Arial"/>
                        </a:rPr>
                        <a:t>Oct</a:t>
                      </a:r>
                      <a:endParaRPr lang="es-MX" sz="1800" b="1" i="0" u="none" strike="noStrike" cap="none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  <a:sym typeface="Arial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MX" sz="1800" b="1" u="none" strike="noStrike" cap="none" dirty="0">
                          <a:solidFill>
                            <a:schemeClr val="tx1"/>
                          </a:solidFill>
                          <a:sym typeface="Arial"/>
                        </a:rPr>
                        <a:t>Nov</a:t>
                      </a:r>
                      <a:endParaRPr lang="es-MX" sz="1800" b="1" i="0" u="none" strike="noStrike" cap="none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  <a:sym typeface="Arial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MX" sz="1800" b="1" u="none" strike="noStrike" cap="none" dirty="0">
                          <a:solidFill>
                            <a:schemeClr val="tx1"/>
                          </a:solidFill>
                          <a:sym typeface="Arial"/>
                        </a:rPr>
                        <a:t>Dic</a:t>
                      </a:r>
                      <a:endParaRPr lang="es-MX" sz="1800" b="1" i="0" u="none" strike="noStrike" cap="none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MX" sz="1800" b="1" u="none" strike="noStrike" cap="none" dirty="0">
                          <a:solidFill>
                            <a:schemeClr val="tx1"/>
                          </a:solidFill>
                          <a:sym typeface="Arial"/>
                        </a:rPr>
                        <a:t>Ene</a:t>
                      </a:r>
                      <a:endParaRPr lang="es-MX" sz="1800" b="1" i="0" u="none" strike="noStrike" cap="none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MX" sz="1800" b="1" u="none" strike="noStrike" cap="none" dirty="0">
                          <a:solidFill>
                            <a:schemeClr val="tx1"/>
                          </a:solidFill>
                          <a:sym typeface="Arial"/>
                        </a:rPr>
                        <a:t>Feb</a:t>
                      </a:r>
                      <a:endParaRPr lang="es-MX" sz="1800" b="1" i="0" u="none" strike="noStrike" cap="none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MX" sz="1800" b="1" u="none" strike="noStrike" cap="none" dirty="0">
                          <a:solidFill>
                            <a:schemeClr val="tx1"/>
                          </a:solidFill>
                          <a:sym typeface="Arial"/>
                        </a:rPr>
                        <a:t>Mar</a:t>
                      </a:r>
                      <a:endParaRPr lang="es-MX" sz="1800" b="1" i="0" u="none" strike="noStrike" cap="none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  <a:sym typeface="Arial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MX" sz="1800" b="1" u="none" strike="noStrike" cap="none" dirty="0">
                          <a:solidFill>
                            <a:schemeClr val="tx1"/>
                          </a:solidFill>
                          <a:sym typeface="Arial"/>
                        </a:rPr>
                        <a:t>Abr</a:t>
                      </a:r>
                      <a:endParaRPr lang="es-MX" sz="1800" b="1" i="0" u="none" strike="noStrike" cap="none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  <a:sym typeface="Arial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s-MX" sz="1800" b="1" u="none" strike="noStrike" cap="none" dirty="0">
                          <a:solidFill>
                            <a:schemeClr val="tx1"/>
                          </a:solidFill>
                          <a:sym typeface="Arial"/>
                        </a:rPr>
                        <a:t>May</a:t>
                      </a:r>
                      <a:endParaRPr lang="es-MX" sz="1800" b="1" i="0" u="none" strike="noStrike" cap="none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  <a:sym typeface="Arial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sz="1800" b="1" u="none" strike="noStrike" cap="none" dirty="0">
                          <a:solidFill>
                            <a:schemeClr val="tx1"/>
                          </a:solidFill>
                          <a:sym typeface="Arial"/>
                        </a:rPr>
                        <a:t>Jun</a:t>
                      </a:r>
                      <a:endParaRPr lang="es-MX" sz="1800" b="1" i="0" u="none" strike="noStrike" cap="none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  <a:sym typeface="Arial"/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1001288"/>
                  </a:ext>
                </a:extLst>
              </a:tr>
              <a:tr h="5009312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s-MX" sz="1800" b="1" i="0" u="none" strike="noStrike" cap="none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  <a:sym typeface="Arial"/>
                      </a:endParaRPr>
                    </a:p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s-MX" sz="1800" b="1" i="0" u="none" strike="noStrike" cap="none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  <a:sym typeface="Arial"/>
                      </a:endParaRPr>
                    </a:p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s-MX" sz="1800" b="1" i="0" u="none" strike="noStrike" cap="none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  <a:sym typeface="Arial"/>
                      </a:endParaRPr>
                    </a:p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s-MX" sz="1800" b="1" i="0" u="none" strike="noStrike" cap="none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  <a:sym typeface="Arial"/>
                      </a:endParaRPr>
                    </a:p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s-MX" sz="1800" b="1" i="0" u="none" strike="noStrike" cap="none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  <a:sym typeface="Arial"/>
                      </a:endParaRPr>
                    </a:p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s-MX" sz="1800" b="1" i="0" u="none" strike="noStrike" cap="none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  <a:sym typeface="Arial"/>
                      </a:endParaRPr>
                    </a:p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s-MX" sz="1800" b="1" i="0" u="none" strike="noStrike" cap="none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  <a:sym typeface="Arial"/>
                      </a:endParaRPr>
                    </a:p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s-MX" sz="1800" b="1" i="0" u="none" strike="noStrike" cap="none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  <a:sym typeface="Arial"/>
                      </a:endParaRPr>
                    </a:p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s-MX" sz="1800" b="1" i="0" u="none" strike="noStrike" cap="none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  <a:sym typeface="Arial"/>
                      </a:endParaRPr>
                    </a:p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s-MX" sz="1800" b="1" i="0" u="none" strike="noStrike" cap="none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  <a:sym typeface="Arial"/>
                      </a:endParaRPr>
                    </a:p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s-MX" sz="1800" b="1" i="0" u="none" strike="noStrike" cap="none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  <a:sym typeface="Arial"/>
                      </a:endParaRPr>
                    </a:p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s-MX" sz="1800" b="1" i="0" u="none" strike="noStrike" cap="none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  <a:sym typeface="Arial"/>
                      </a:endParaRPr>
                    </a:p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s-MX" sz="1800" b="1" i="0" u="none" strike="noStrike" cap="none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  <a:sym typeface="Arial"/>
                      </a:endParaRPr>
                    </a:p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s-MX" sz="1800" b="1" i="0" u="none" strike="noStrike" cap="none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  <a:sym typeface="Arial"/>
                      </a:endParaRPr>
                    </a:p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s-MX" sz="1800" b="1" i="0" u="none" strike="noStrike" cap="none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  <a:sym typeface="Arial"/>
                      </a:endParaRPr>
                    </a:p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s-MX" sz="1800" b="1" i="0" u="none" strike="noStrike" cap="none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  <a:sym typeface="Arial"/>
                      </a:endParaRPr>
                    </a:p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s-MX" sz="1800" b="1" i="0" u="none" strike="noStrike" cap="none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  <a:sym typeface="Arial"/>
                      </a:endParaRPr>
                    </a:p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s-MX" sz="1800" b="1" i="0" u="none" strike="noStrike" cap="none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  <a:sym typeface="Arial"/>
                      </a:endParaRPr>
                    </a:p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s-MX" sz="1800" b="1" i="0" u="none" strike="noStrike" cap="none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  <a:sym typeface="Arial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s-MX" sz="1800" b="1" i="0" u="none" strike="noStrike" cap="none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s-MX" sz="1800" b="1" i="0" u="none" strike="noStrike" cap="none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s-MX" sz="1800" b="1" i="0" u="none" strike="noStrike" cap="none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s-MX" sz="1800" b="1" i="0" u="none" strike="noStrike" cap="none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s-MX" sz="1800" b="1" i="0" u="none" strike="noStrike" cap="none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s-MX" sz="1800" b="1" i="0" u="none" strike="noStrike" cap="none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s-MX" sz="1800" b="1" i="0" u="none" strike="noStrike" cap="none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s-MX" sz="1800" b="1" i="0" u="none" strike="noStrike" cap="none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s-MX" sz="1800" b="1" i="0" u="none" strike="noStrike" cap="none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s-MX" sz="1800" b="1" i="0" u="none" strike="noStrike" cap="none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s-MX" sz="1800" b="1" i="0" u="none" strike="noStrike" cap="none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s-MX" sz="1800" b="1" i="0" u="none" strike="noStrike" cap="none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672277612"/>
                  </a:ext>
                </a:extLst>
              </a:tr>
            </a:tbl>
          </a:graphicData>
        </a:graphic>
      </p:graphicFrame>
      <p:sp>
        <p:nvSpPr>
          <p:cNvPr id="106" name="OTLSHAPE_SL_8911bceb679441adb3756a794b682f31_HeaderRectangle">
            <a:extLst>
              <a:ext uri="{FF2B5EF4-FFF2-40B4-BE49-F238E27FC236}">
                <a16:creationId xmlns:a16="http://schemas.microsoft.com/office/drawing/2014/main" id="{C1E39803-15F8-C1A5-27F7-6C8E76100103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1667729"/>
            <a:ext cx="619025" cy="447674"/>
          </a:xfrm>
          <a:prstGeom prst="rect">
            <a:avLst/>
          </a:prstGeom>
          <a:solidFill>
            <a:schemeClr val="tx1">
              <a:lumMod val="50000"/>
              <a:lumOff val="50000"/>
              <a:alpha val="49804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8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Proyecto</a:t>
            </a:r>
          </a:p>
        </p:txBody>
      </p:sp>
      <p:sp>
        <p:nvSpPr>
          <p:cNvPr id="107" name="Rectángulo: esquinas redondeadas 106">
            <a:extLst>
              <a:ext uri="{FF2B5EF4-FFF2-40B4-BE49-F238E27FC236}">
                <a16:creationId xmlns:a16="http://schemas.microsoft.com/office/drawing/2014/main" id="{F31E3E8D-C922-C05D-2DC1-58F4E57036A1}"/>
              </a:ext>
            </a:extLst>
          </p:cNvPr>
          <p:cNvSpPr/>
          <p:nvPr/>
        </p:nvSpPr>
        <p:spPr>
          <a:xfrm>
            <a:off x="1023578" y="1708490"/>
            <a:ext cx="545911" cy="256292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dirty="0">
                <a:solidFill>
                  <a:schemeClr val="tx1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Planeación</a:t>
            </a:r>
          </a:p>
        </p:txBody>
      </p:sp>
      <p:sp>
        <p:nvSpPr>
          <p:cNvPr id="108" name="OTLSHAPE_SL_8911bceb679441adb3756a794b682f31_HeaderRectangle">
            <a:extLst>
              <a:ext uri="{FF2B5EF4-FFF2-40B4-BE49-F238E27FC236}">
                <a16:creationId xmlns:a16="http://schemas.microsoft.com/office/drawing/2014/main" id="{B7F9230D-64A9-19DA-0DF7-917251D0882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 rot="16200000">
            <a:off x="-486189" y="2888197"/>
            <a:ext cx="1591401" cy="619025"/>
          </a:xfrm>
          <a:prstGeom prst="rect">
            <a:avLst/>
          </a:prstGeom>
          <a:solidFill>
            <a:schemeClr val="accent4">
              <a:alpha val="49804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Campañas</a:t>
            </a:r>
          </a:p>
        </p:txBody>
      </p:sp>
      <p:sp>
        <p:nvSpPr>
          <p:cNvPr id="109" name="Rectángulo: esquinas redondeadas 108">
            <a:extLst>
              <a:ext uri="{FF2B5EF4-FFF2-40B4-BE49-F238E27FC236}">
                <a16:creationId xmlns:a16="http://schemas.microsoft.com/office/drawing/2014/main" id="{71DFAB0F-B3DD-F5D5-C5CA-8122411FA829}"/>
              </a:ext>
            </a:extLst>
          </p:cNvPr>
          <p:cNvSpPr/>
          <p:nvPr/>
        </p:nvSpPr>
        <p:spPr>
          <a:xfrm>
            <a:off x="2183642" y="2402005"/>
            <a:ext cx="2088108" cy="272958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b="1" dirty="0">
                <a:solidFill>
                  <a:schemeClr val="tx1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Campaña 1 </a:t>
            </a:r>
            <a:r>
              <a:rPr lang="es-MX" sz="1200" dirty="0">
                <a:solidFill>
                  <a:schemeClr val="tx1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(25/07 -07-10)</a:t>
            </a:r>
          </a:p>
        </p:txBody>
      </p:sp>
      <p:sp>
        <p:nvSpPr>
          <p:cNvPr id="110" name="OTLSHAPE_SL_8911bceb679441adb3756a794b682f31_HeaderRectangle">
            <a:extLst>
              <a:ext uri="{FF2B5EF4-FFF2-40B4-BE49-F238E27FC236}">
                <a16:creationId xmlns:a16="http://schemas.microsoft.com/office/drawing/2014/main" id="{FED79CA4-3B2C-A16E-DE7E-64E906513E8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1970255"/>
            <a:ext cx="619025" cy="447674"/>
          </a:xfrm>
          <a:prstGeom prst="rect">
            <a:avLst/>
          </a:prstGeom>
          <a:solidFill>
            <a:schemeClr val="accent2">
              <a:lumMod val="50000"/>
              <a:alpha val="49804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8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Programa</a:t>
            </a:r>
          </a:p>
        </p:txBody>
      </p:sp>
      <p:sp>
        <p:nvSpPr>
          <p:cNvPr id="111" name="Rectángulo: esquinas redondeadas 110">
            <a:extLst>
              <a:ext uri="{FF2B5EF4-FFF2-40B4-BE49-F238E27FC236}">
                <a16:creationId xmlns:a16="http://schemas.microsoft.com/office/drawing/2014/main" id="{52A58CA2-0774-3B87-1ACB-38DD1CFB0E6B}"/>
              </a:ext>
            </a:extLst>
          </p:cNvPr>
          <p:cNvSpPr/>
          <p:nvPr/>
        </p:nvSpPr>
        <p:spPr>
          <a:xfrm>
            <a:off x="1296534" y="2055496"/>
            <a:ext cx="1064528" cy="256292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dirty="0">
                <a:solidFill>
                  <a:schemeClr val="tx1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Definición</a:t>
            </a:r>
          </a:p>
        </p:txBody>
      </p:sp>
      <p:sp>
        <p:nvSpPr>
          <p:cNvPr id="112" name="Rectángulo: esquinas redondeadas 111">
            <a:extLst>
              <a:ext uri="{FF2B5EF4-FFF2-40B4-BE49-F238E27FC236}">
                <a16:creationId xmlns:a16="http://schemas.microsoft.com/office/drawing/2014/main" id="{790ADBFB-74E3-DB4F-ECE0-2681EA70BA62}"/>
              </a:ext>
            </a:extLst>
          </p:cNvPr>
          <p:cNvSpPr/>
          <p:nvPr/>
        </p:nvSpPr>
        <p:spPr>
          <a:xfrm>
            <a:off x="10417794" y="2074459"/>
            <a:ext cx="532264" cy="256292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dirty="0">
                <a:solidFill>
                  <a:schemeClr val="tx1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Cierre</a:t>
            </a:r>
          </a:p>
        </p:txBody>
      </p:sp>
      <p:sp>
        <p:nvSpPr>
          <p:cNvPr id="113" name="Rectángulo: esquinas redondeadas 112">
            <a:extLst>
              <a:ext uri="{FF2B5EF4-FFF2-40B4-BE49-F238E27FC236}">
                <a16:creationId xmlns:a16="http://schemas.microsoft.com/office/drawing/2014/main" id="{84259E68-C965-48F9-5BF1-0A607C76808F}"/>
              </a:ext>
            </a:extLst>
          </p:cNvPr>
          <p:cNvSpPr/>
          <p:nvPr/>
        </p:nvSpPr>
        <p:spPr>
          <a:xfrm>
            <a:off x="11250310" y="1708490"/>
            <a:ext cx="545911" cy="256292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dirty="0">
                <a:solidFill>
                  <a:schemeClr val="tx1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Cierre</a:t>
            </a:r>
          </a:p>
        </p:txBody>
      </p:sp>
      <p:sp>
        <p:nvSpPr>
          <p:cNvPr id="114" name="Rectángulo: esquinas redondeadas 113">
            <a:extLst>
              <a:ext uri="{FF2B5EF4-FFF2-40B4-BE49-F238E27FC236}">
                <a16:creationId xmlns:a16="http://schemas.microsoft.com/office/drawing/2014/main" id="{5F61E5F3-F000-0F85-2AC8-7A8BA6663F07}"/>
              </a:ext>
            </a:extLst>
          </p:cNvPr>
          <p:cNvSpPr/>
          <p:nvPr/>
        </p:nvSpPr>
        <p:spPr>
          <a:xfrm>
            <a:off x="4626600" y="2736802"/>
            <a:ext cx="1801496" cy="256291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b="1" dirty="0">
                <a:solidFill>
                  <a:schemeClr val="tx1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 Campaña 2 </a:t>
            </a:r>
            <a:r>
              <a:rPr lang="es-MX" sz="1200" dirty="0">
                <a:solidFill>
                  <a:schemeClr val="tx1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(21/09 -07-12)</a:t>
            </a:r>
          </a:p>
        </p:txBody>
      </p:sp>
      <p:sp>
        <p:nvSpPr>
          <p:cNvPr id="115" name="Rectángulo: esquinas redondeadas 114">
            <a:extLst>
              <a:ext uri="{FF2B5EF4-FFF2-40B4-BE49-F238E27FC236}">
                <a16:creationId xmlns:a16="http://schemas.microsoft.com/office/drawing/2014/main" id="{6B3681D8-A3C9-9CCE-99CC-080832660581}"/>
              </a:ext>
            </a:extLst>
          </p:cNvPr>
          <p:cNvSpPr/>
          <p:nvPr/>
        </p:nvSpPr>
        <p:spPr>
          <a:xfrm>
            <a:off x="5852614" y="3066289"/>
            <a:ext cx="2088108" cy="272958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b="1" dirty="0">
                <a:solidFill>
                  <a:schemeClr val="tx1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Campaña 3 </a:t>
            </a:r>
            <a:r>
              <a:rPr lang="es-MX" sz="1200" dirty="0">
                <a:solidFill>
                  <a:schemeClr val="tx1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(22/11 -13-02)</a:t>
            </a:r>
          </a:p>
        </p:txBody>
      </p:sp>
      <p:sp>
        <p:nvSpPr>
          <p:cNvPr id="116" name="Rectángulo: esquinas redondeadas 115">
            <a:extLst>
              <a:ext uri="{FF2B5EF4-FFF2-40B4-BE49-F238E27FC236}">
                <a16:creationId xmlns:a16="http://schemas.microsoft.com/office/drawing/2014/main" id="{87AEFD41-6FE9-4435-9D8E-3658AD82D449}"/>
              </a:ext>
            </a:extLst>
          </p:cNvPr>
          <p:cNvSpPr/>
          <p:nvPr/>
        </p:nvSpPr>
        <p:spPr>
          <a:xfrm>
            <a:off x="7547211" y="3401704"/>
            <a:ext cx="2224586" cy="272958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b="1" dirty="0">
                <a:solidFill>
                  <a:schemeClr val="tx1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Campaña 4 </a:t>
            </a:r>
            <a:r>
              <a:rPr lang="es-MX" sz="1200" dirty="0">
                <a:solidFill>
                  <a:schemeClr val="tx1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(23/01 -07-04)</a:t>
            </a:r>
          </a:p>
        </p:txBody>
      </p:sp>
      <p:sp>
        <p:nvSpPr>
          <p:cNvPr id="117" name="Rectángulo: esquinas redondeadas 116">
            <a:extLst>
              <a:ext uri="{FF2B5EF4-FFF2-40B4-BE49-F238E27FC236}">
                <a16:creationId xmlns:a16="http://schemas.microsoft.com/office/drawing/2014/main" id="{53DBEC43-364F-2FA1-8968-61B0F0BBAFC0}"/>
              </a:ext>
            </a:extLst>
          </p:cNvPr>
          <p:cNvSpPr/>
          <p:nvPr/>
        </p:nvSpPr>
        <p:spPr>
          <a:xfrm>
            <a:off x="9612580" y="3737119"/>
            <a:ext cx="1960394" cy="256292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b="1" dirty="0">
                <a:solidFill>
                  <a:schemeClr val="tx1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Campaña 5 </a:t>
            </a:r>
            <a:r>
              <a:rPr lang="es-MX" sz="1200" dirty="0">
                <a:solidFill>
                  <a:schemeClr val="tx1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(03/04 -07-06)</a:t>
            </a:r>
          </a:p>
        </p:txBody>
      </p:sp>
      <p:sp>
        <p:nvSpPr>
          <p:cNvPr id="118" name="OTLSHAPE_SL_8911bceb679441adb3756a794b682f31_HeaderRectangle">
            <a:extLst>
              <a:ext uri="{FF2B5EF4-FFF2-40B4-BE49-F238E27FC236}">
                <a16:creationId xmlns:a16="http://schemas.microsoft.com/office/drawing/2014/main" id="{20DF3733-D75E-9887-D2EC-EEA6D4AA6A43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-2" y="3994092"/>
            <a:ext cx="619025" cy="447674"/>
          </a:xfrm>
          <a:prstGeom prst="rect">
            <a:avLst/>
          </a:prstGeom>
          <a:solidFill>
            <a:schemeClr val="tx1">
              <a:lumMod val="50000"/>
              <a:lumOff val="50000"/>
              <a:alpha val="49804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8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Sesión</a:t>
            </a:r>
          </a:p>
          <a:p>
            <a:pPr algn="ctr"/>
            <a:r>
              <a:rPr lang="es-ES" sz="8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C-</a:t>
            </a:r>
            <a:r>
              <a:rPr lang="es-ES" sz="800" b="1" dirty="0" err="1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Level</a:t>
            </a:r>
            <a:endParaRPr lang="es-ES" sz="800" b="1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9" name="Rectángulo: esquinas redondeadas 118">
            <a:extLst>
              <a:ext uri="{FF2B5EF4-FFF2-40B4-BE49-F238E27FC236}">
                <a16:creationId xmlns:a16="http://schemas.microsoft.com/office/drawing/2014/main" id="{7D450E2A-0DBC-04BF-02F2-EBA4FA8E81A0}"/>
              </a:ext>
            </a:extLst>
          </p:cNvPr>
          <p:cNvSpPr/>
          <p:nvPr/>
        </p:nvSpPr>
        <p:spPr>
          <a:xfrm>
            <a:off x="3461981" y="3993410"/>
            <a:ext cx="1055428" cy="256292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dirty="0">
                <a:solidFill>
                  <a:schemeClr val="tx1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05/09-14/10</a:t>
            </a:r>
          </a:p>
        </p:txBody>
      </p:sp>
      <p:sp>
        <p:nvSpPr>
          <p:cNvPr id="120" name="OTLSHAPE_SL_8911bceb679441adb3756a794b682f31_HeaderRectangle">
            <a:extLst>
              <a:ext uri="{FF2B5EF4-FFF2-40B4-BE49-F238E27FC236}">
                <a16:creationId xmlns:a16="http://schemas.microsoft.com/office/drawing/2014/main" id="{483BF37A-08C9-59F1-BE3F-23DD73599EA5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-68060" y="4344564"/>
            <a:ext cx="726546" cy="423521"/>
          </a:xfrm>
          <a:prstGeom prst="rect">
            <a:avLst/>
          </a:prstGeom>
          <a:solidFill>
            <a:schemeClr val="accent2">
              <a:lumMod val="50000"/>
              <a:alpha val="49804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8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Campañas Phishing</a:t>
            </a:r>
          </a:p>
        </p:txBody>
      </p:sp>
      <p:sp>
        <p:nvSpPr>
          <p:cNvPr id="122" name="Rectángulo: esquinas redondeadas 121">
            <a:extLst>
              <a:ext uri="{FF2B5EF4-FFF2-40B4-BE49-F238E27FC236}">
                <a16:creationId xmlns:a16="http://schemas.microsoft.com/office/drawing/2014/main" id="{22F44C8F-9227-02C0-F45C-32EF794AC82C}"/>
              </a:ext>
            </a:extLst>
          </p:cNvPr>
          <p:cNvSpPr/>
          <p:nvPr/>
        </p:nvSpPr>
        <p:spPr>
          <a:xfrm>
            <a:off x="7665494" y="4387414"/>
            <a:ext cx="912449" cy="256292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 dirty="0">
                <a:solidFill>
                  <a:schemeClr val="tx1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Campaña 2 </a:t>
            </a:r>
            <a:r>
              <a:rPr lang="es-MX" sz="900" dirty="0">
                <a:solidFill>
                  <a:schemeClr val="tx1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(30/01 – 27/02)</a:t>
            </a:r>
          </a:p>
        </p:txBody>
      </p:sp>
      <p:sp>
        <p:nvSpPr>
          <p:cNvPr id="123" name="Rectángulo: esquinas redondeadas 122">
            <a:extLst>
              <a:ext uri="{FF2B5EF4-FFF2-40B4-BE49-F238E27FC236}">
                <a16:creationId xmlns:a16="http://schemas.microsoft.com/office/drawing/2014/main" id="{ECBAFF07-2FB9-A610-341C-4FF541EB558A}"/>
              </a:ext>
            </a:extLst>
          </p:cNvPr>
          <p:cNvSpPr/>
          <p:nvPr/>
        </p:nvSpPr>
        <p:spPr>
          <a:xfrm>
            <a:off x="10701795" y="4413495"/>
            <a:ext cx="912449" cy="256292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 dirty="0">
                <a:solidFill>
                  <a:schemeClr val="tx1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Campaña 3 </a:t>
            </a:r>
            <a:r>
              <a:rPr lang="es-MX" sz="900" dirty="0">
                <a:solidFill>
                  <a:schemeClr val="tx1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(16/05 – 12/06)</a:t>
            </a:r>
          </a:p>
        </p:txBody>
      </p:sp>
      <p:sp>
        <p:nvSpPr>
          <p:cNvPr id="124" name="OTLSHAPE_SL_8911bceb679441adb3756a794b682f31_HeaderRectangle">
            <a:extLst>
              <a:ext uri="{FF2B5EF4-FFF2-40B4-BE49-F238E27FC236}">
                <a16:creationId xmlns:a16="http://schemas.microsoft.com/office/drawing/2014/main" id="{EAA54F14-73D1-41D2-AC11-B59E83059C29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-59394" y="4770073"/>
            <a:ext cx="726546" cy="348484"/>
          </a:xfrm>
          <a:prstGeom prst="rect">
            <a:avLst/>
          </a:prstGeom>
          <a:solidFill>
            <a:schemeClr val="accent4">
              <a:alpha val="49804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Impresos</a:t>
            </a:r>
          </a:p>
        </p:txBody>
      </p:sp>
      <p:sp>
        <p:nvSpPr>
          <p:cNvPr id="126" name="Rectángulo: esquinas redondeadas 125">
            <a:extLst>
              <a:ext uri="{FF2B5EF4-FFF2-40B4-BE49-F238E27FC236}">
                <a16:creationId xmlns:a16="http://schemas.microsoft.com/office/drawing/2014/main" id="{106C354F-2BD9-85AD-3756-0F0261BA951B}"/>
              </a:ext>
            </a:extLst>
          </p:cNvPr>
          <p:cNvSpPr/>
          <p:nvPr/>
        </p:nvSpPr>
        <p:spPr>
          <a:xfrm>
            <a:off x="8638673" y="4770732"/>
            <a:ext cx="854242" cy="272958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dirty="0">
                <a:solidFill>
                  <a:schemeClr val="tx1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(02/03 – 31/03)</a:t>
            </a:r>
          </a:p>
        </p:txBody>
      </p:sp>
      <p:sp>
        <p:nvSpPr>
          <p:cNvPr id="127" name="OTLSHAPE_SL_8911bceb679441adb3756a794b682f31_HeaderRectangle">
            <a:extLst>
              <a:ext uri="{FF2B5EF4-FFF2-40B4-BE49-F238E27FC236}">
                <a16:creationId xmlns:a16="http://schemas.microsoft.com/office/drawing/2014/main" id="{CBD11BE3-0A35-6CD7-7F30-00FD67BBFF30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 rot="16200000">
            <a:off x="-928" y="5108057"/>
            <a:ext cx="619025" cy="620880"/>
          </a:xfrm>
          <a:prstGeom prst="rect">
            <a:avLst/>
          </a:prstGeom>
          <a:solidFill>
            <a:schemeClr val="tx1">
              <a:lumMod val="50000"/>
              <a:lumOff val="50000"/>
              <a:alpha val="49804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8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Capacitación</a:t>
            </a:r>
          </a:p>
        </p:txBody>
      </p:sp>
      <p:sp>
        <p:nvSpPr>
          <p:cNvPr id="128" name="Rectángulo: esquinas redondeadas 127">
            <a:extLst>
              <a:ext uri="{FF2B5EF4-FFF2-40B4-BE49-F238E27FC236}">
                <a16:creationId xmlns:a16="http://schemas.microsoft.com/office/drawing/2014/main" id="{1CA68989-77DE-AFB9-77A9-40144A6864BF}"/>
              </a:ext>
            </a:extLst>
          </p:cNvPr>
          <p:cNvSpPr/>
          <p:nvPr/>
        </p:nvSpPr>
        <p:spPr>
          <a:xfrm>
            <a:off x="2406552" y="5096141"/>
            <a:ext cx="2839215" cy="272958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 b="1" dirty="0">
                <a:solidFill>
                  <a:schemeClr val="tx1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Curso PCI </a:t>
            </a:r>
            <a:r>
              <a:rPr lang="es-MX" sz="1000" dirty="0">
                <a:solidFill>
                  <a:schemeClr val="tx1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(01/08-08/11)</a:t>
            </a:r>
          </a:p>
        </p:txBody>
      </p:sp>
      <p:sp>
        <p:nvSpPr>
          <p:cNvPr id="129" name="OTLSHAPE_SL_8911bceb679441adb3756a794b682f31_HeaderRectangle">
            <a:extLst>
              <a:ext uri="{FF2B5EF4-FFF2-40B4-BE49-F238E27FC236}">
                <a16:creationId xmlns:a16="http://schemas.microsoft.com/office/drawing/2014/main" id="{761E740C-8415-AC95-8B22-BF55FB48F0FF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0" y="5728010"/>
            <a:ext cx="619025" cy="447674"/>
          </a:xfrm>
          <a:prstGeom prst="rect">
            <a:avLst/>
          </a:prstGeom>
          <a:solidFill>
            <a:schemeClr val="accent2">
              <a:lumMod val="50000"/>
              <a:alpha val="49804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8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Interacciones</a:t>
            </a:r>
          </a:p>
        </p:txBody>
      </p:sp>
      <p:sp>
        <p:nvSpPr>
          <p:cNvPr id="130" name="Rectángulo: esquinas redondeadas 129">
            <a:extLst>
              <a:ext uri="{FF2B5EF4-FFF2-40B4-BE49-F238E27FC236}">
                <a16:creationId xmlns:a16="http://schemas.microsoft.com/office/drawing/2014/main" id="{4E5A3185-4C87-7642-9355-723F5B97071C}"/>
              </a:ext>
            </a:extLst>
          </p:cNvPr>
          <p:cNvSpPr/>
          <p:nvPr/>
        </p:nvSpPr>
        <p:spPr>
          <a:xfrm>
            <a:off x="6648258" y="5752388"/>
            <a:ext cx="614691" cy="256292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00" b="1" dirty="0" err="1">
                <a:solidFill>
                  <a:schemeClr val="tx1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Week</a:t>
            </a:r>
            <a:r>
              <a:rPr lang="es-MX" sz="800" b="1" dirty="0">
                <a:solidFill>
                  <a:schemeClr val="tx1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 1 </a:t>
            </a:r>
            <a:r>
              <a:rPr lang="es-MX" sz="800" dirty="0">
                <a:solidFill>
                  <a:schemeClr val="tx1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(26/12 – 20/01)</a:t>
            </a:r>
          </a:p>
        </p:txBody>
      </p:sp>
      <p:sp>
        <p:nvSpPr>
          <p:cNvPr id="131" name="Rectángulo: esquinas redondeadas 130">
            <a:extLst>
              <a:ext uri="{FF2B5EF4-FFF2-40B4-BE49-F238E27FC236}">
                <a16:creationId xmlns:a16="http://schemas.microsoft.com/office/drawing/2014/main" id="{FC23A4DE-D486-101E-3444-86E27A568704}"/>
              </a:ext>
            </a:extLst>
          </p:cNvPr>
          <p:cNvSpPr/>
          <p:nvPr/>
        </p:nvSpPr>
        <p:spPr>
          <a:xfrm>
            <a:off x="10850673" y="5765748"/>
            <a:ext cx="614691" cy="256292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00" b="1" dirty="0" err="1">
                <a:solidFill>
                  <a:schemeClr val="tx1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Week</a:t>
            </a:r>
            <a:r>
              <a:rPr lang="es-MX" sz="800" b="1" dirty="0">
                <a:solidFill>
                  <a:schemeClr val="tx1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 2 </a:t>
            </a:r>
            <a:r>
              <a:rPr lang="es-MX" sz="800" dirty="0">
                <a:solidFill>
                  <a:schemeClr val="tx1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(15/05 – 09/06)</a:t>
            </a:r>
          </a:p>
        </p:txBody>
      </p:sp>
      <p:cxnSp>
        <p:nvCxnSpPr>
          <p:cNvPr id="133" name="Conector recto 132">
            <a:extLst>
              <a:ext uri="{FF2B5EF4-FFF2-40B4-BE49-F238E27FC236}">
                <a16:creationId xmlns:a16="http://schemas.microsoft.com/office/drawing/2014/main" id="{C785A511-5F8A-8988-21E7-2F4E8D6B9053}"/>
              </a:ext>
            </a:extLst>
          </p:cNvPr>
          <p:cNvCxnSpPr/>
          <p:nvPr/>
        </p:nvCxnSpPr>
        <p:spPr>
          <a:xfrm>
            <a:off x="4572004" y="1708490"/>
            <a:ext cx="0" cy="4612099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4" name="CuadroTexto 133">
            <a:extLst>
              <a:ext uri="{FF2B5EF4-FFF2-40B4-BE49-F238E27FC236}">
                <a16:creationId xmlns:a16="http://schemas.microsoft.com/office/drawing/2014/main" id="{12348E09-CAB6-2DB3-20B1-330B6F1C70EB}"/>
              </a:ext>
            </a:extLst>
          </p:cNvPr>
          <p:cNvSpPr txBox="1"/>
          <p:nvPr/>
        </p:nvSpPr>
        <p:spPr>
          <a:xfrm>
            <a:off x="3862200" y="6343698"/>
            <a:ext cx="14196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000" b="1" dirty="0">
                <a:latin typeface="Rajdhani" panose="02000000000000000000" pitchFamily="2" charset="0"/>
                <a:cs typeface="Rajdhani" panose="02000000000000000000" pitchFamily="2" charset="0"/>
              </a:rPr>
              <a:t>13 octubre</a:t>
            </a:r>
          </a:p>
        </p:txBody>
      </p:sp>
      <p:sp>
        <p:nvSpPr>
          <p:cNvPr id="135" name="Rectángulo: esquinas redondeadas 134">
            <a:extLst>
              <a:ext uri="{FF2B5EF4-FFF2-40B4-BE49-F238E27FC236}">
                <a16:creationId xmlns:a16="http://schemas.microsoft.com/office/drawing/2014/main" id="{71424CD3-D578-BAAA-467B-9178EA10A98C}"/>
              </a:ext>
            </a:extLst>
          </p:cNvPr>
          <p:cNvSpPr/>
          <p:nvPr/>
        </p:nvSpPr>
        <p:spPr>
          <a:xfrm>
            <a:off x="4271750" y="2417929"/>
            <a:ext cx="545910" cy="272958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C3205BDC-FDDC-4BE2-584B-1600B37C4828}"/>
              </a:ext>
            </a:extLst>
          </p:cNvPr>
          <p:cNvSpPr/>
          <p:nvPr/>
        </p:nvSpPr>
        <p:spPr>
          <a:xfrm>
            <a:off x="6842429" y="5108984"/>
            <a:ext cx="568789" cy="256292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2A73B1F5-1AB9-3AA6-10EC-BF3C35610D13}"/>
              </a:ext>
            </a:extLst>
          </p:cNvPr>
          <p:cNvCxnSpPr>
            <a:cxnSpLocks/>
            <a:stCxn id="128" idx="3"/>
          </p:cNvCxnSpPr>
          <p:nvPr/>
        </p:nvCxnSpPr>
        <p:spPr>
          <a:xfrm>
            <a:off x="5245767" y="5232620"/>
            <a:ext cx="1596662" cy="92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EED59402-8364-9A6D-7CC4-10F18545EE87}"/>
              </a:ext>
            </a:extLst>
          </p:cNvPr>
          <p:cNvSpPr/>
          <p:nvPr/>
        </p:nvSpPr>
        <p:spPr>
          <a:xfrm>
            <a:off x="4869067" y="4309873"/>
            <a:ext cx="884377" cy="256290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900" b="1" dirty="0">
                <a:solidFill>
                  <a:schemeClr val="tx1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Campaña 1 (</a:t>
            </a:r>
            <a:r>
              <a:rPr lang="es-MX" sz="900" dirty="0">
                <a:solidFill>
                  <a:schemeClr val="tx1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10/10 – 14/11)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C4FCB5DC-0A2E-BC29-8A35-A39297A85779}"/>
              </a:ext>
            </a:extLst>
          </p:cNvPr>
          <p:cNvSpPr/>
          <p:nvPr/>
        </p:nvSpPr>
        <p:spPr>
          <a:xfrm>
            <a:off x="5983702" y="4344564"/>
            <a:ext cx="567158" cy="256292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900" dirty="0">
              <a:solidFill>
                <a:schemeClr val="tx1"/>
              </a:solidFill>
              <a:latin typeface="Rajdhani" panose="02000000000000000000" pitchFamily="2" charset="0"/>
              <a:cs typeface="Rajdhani" panose="02000000000000000000" pitchFamily="2" charset="0"/>
            </a:endParaRP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9472F49C-4563-9C8B-D80C-265AB5DAF77C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5753444" y="4438018"/>
            <a:ext cx="255103" cy="46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25555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529A51BA609764880BB0FC0708A5BFF" ma:contentTypeVersion="11" ma:contentTypeDescription="Crear nuevo documento." ma:contentTypeScope="" ma:versionID="e9b8634b71b187c880a5c9ab738b25c2">
  <xsd:schema xmlns:xsd="http://www.w3.org/2001/XMLSchema" xmlns:xs="http://www.w3.org/2001/XMLSchema" xmlns:p="http://schemas.microsoft.com/office/2006/metadata/properties" xmlns:ns2="75e38577-c75d-405b-8341-6ee002fd10f3" xmlns:ns3="2236d9cd-653c-46e7-b11b-38e0318339ba" targetNamespace="http://schemas.microsoft.com/office/2006/metadata/properties" ma:root="true" ma:fieldsID="4b89395a6150af20748e4a6843b5ab87" ns2:_="" ns3:_="">
    <xsd:import namespace="75e38577-c75d-405b-8341-6ee002fd10f3"/>
    <xsd:import namespace="2236d9cd-653c-46e7-b11b-38e0318339b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e38577-c75d-405b-8341-6ee002fd10f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Etiquetas de imagen" ma:readOnly="false" ma:fieldId="{5cf76f15-5ced-4ddc-b409-7134ff3c332f}" ma:taxonomyMulti="true" ma:sspId="2b61bc0c-9156-412f-b605-57ff87b11ec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36d9cd-653c-46e7-b11b-38e0318339ba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832e8ca2-ee16-4fec-9553-7f7f3c70e82c}" ma:internalName="TaxCatchAll" ma:showField="CatchAllData" ma:web="2236d9cd-653c-46e7-b11b-38e0318339b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5e38577-c75d-405b-8341-6ee002fd10f3">
      <Terms xmlns="http://schemas.microsoft.com/office/infopath/2007/PartnerControls"/>
    </lcf76f155ced4ddcb4097134ff3c332f>
    <TaxCatchAll xmlns="2236d9cd-653c-46e7-b11b-38e0318339ba" xsi:nil="true"/>
  </documentManagement>
</p:properties>
</file>

<file path=customXml/itemProps1.xml><?xml version="1.0" encoding="utf-8"?>
<ds:datastoreItem xmlns:ds="http://schemas.openxmlformats.org/officeDocument/2006/customXml" ds:itemID="{B92E4F61-804C-461D-AD21-CE343123A1B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05244B6-5C3A-407A-BE09-E174718114C2}"/>
</file>

<file path=customXml/itemProps3.xml><?xml version="1.0" encoding="utf-8"?>
<ds:datastoreItem xmlns:ds="http://schemas.openxmlformats.org/officeDocument/2006/customXml" ds:itemID="{FE306F74-07D4-4D85-9FA6-3D1154A1DE66}">
  <ds:schemaRefs>
    <ds:schemaRef ds:uri="http://schemas.microsoft.com/office/2006/metadata/properties"/>
    <ds:schemaRef ds:uri="http://schemas.microsoft.com/office/infopath/2007/PartnerControls"/>
    <ds:schemaRef ds:uri="15173b33-87e2-4b79-8666-62884a37c68f"/>
    <ds:schemaRef ds:uri="f687993a-761d-4dd7-8388-cbb6e243e77b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4857</TotalTime>
  <Words>767</Words>
  <Application>Microsoft Office PowerPoint</Application>
  <PresentationFormat>Widescreen</PresentationFormat>
  <Paragraphs>251</Paragraphs>
  <Slides>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Tahoma</vt:lpstr>
      <vt:lpstr>Play</vt:lpstr>
      <vt:lpstr>Calibri</vt:lpstr>
      <vt:lpstr>Rajdhani</vt:lpstr>
      <vt:lpstr>Rajdhani Light</vt:lpstr>
      <vt:lpstr>Tema de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Sixto Sergio Guadarrama Landero</dc:creator>
  <cp:lastModifiedBy>Enrique Godinez Vargas</cp:lastModifiedBy>
  <cp:revision>24</cp:revision>
  <dcterms:created xsi:type="dcterms:W3CDTF">2022-03-09T22:58:50Z</dcterms:created>
  <dcterms:modified xsi:type="dcterms:W3CDTF">2025-11-25T15:16:00Z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0x010100A529A51BA609764880BB0FC0708A5BFF</vt:lpwstr>
  </property>
  <property fmtid="{D5CDD505-2E9C-101B-9397-08002B2CF9AE}" pid="3" name="MediaServiceImageTags">
    <vt:lpwstr/>
  </property>
  <property fmtid="{D5CDD505-2E9C-101B-9397-08002B2CF9AE}" pid="4" name="MSIP_Label_9dc62d01-9466-4749-bfbe-5f869ab1fb1a_Enabled">
    <vt:lpwstr>true</vt:lpwstr>
  </property>
  <property fmtid="{D5CDD505-2E9C-101B-9397-08002B2CF9AE}" pid="5" name="MSIP_Label_9dc62d01-9466-4749-bfbe-5f869ab1fb1a_SetDate">
    <vt:lpwstr>2022-10-13T20:36:47Z</vt:lpwstr>
  </property>
  <property fmtid="{D5CDD505-2E9C-101B-9397-08002B2CF9AE}" pid="6" name="MSIP_Label_9dc62d01-9466-4749-bfbe-5f869ab1fb1a_Method">
    <vt:lpwstr>Privileged</vt:lpwstr>
  </property>
  <property fmtid="{D5CDD505-2E9C-101B-9397-08002B2CF9AE}" pid="7" name="MSIP_Label_9dc62d01-9466-4749-bfbe-5f869ab1fb1a_Name">
    <vt:lpwstr>Confidencial - Clasificación ValuGlobal</vt:lpwstr>
  </property>
  <property fmtid="{D5CDD505-2E9C-101B-9397-08002B2CF9AE}" pid="8" name="MSIP_Label_9dc62d01-9466-4749-bfbe-5f869ab1fb1a_SiteId">
    <vt:lpwstr>14815741-2e44-487f-b83e-dbbd3ebb8438</vt:lpwstr>
  </property>
  <property fmtid="{D5CDD505-2E9C-101B-9397-08002B2CF9AE}" pid="9" name="MSIP_Label_9dc62d01-9466-4749-bfbe-5f869ab1fb1a_ActionId">
    <vt:lpwstr>69360c8a-4b39-4bd9-8e74-1bb9ea773a26</vt:lpwstr>
  </property>
  <property fmtid="{D5CDD505-2E9C-101B-9397-08002B2CF9AE}" pid="10" name="MSIP_Label_9dc62d01-9466-4749-bfbe-5f869ab1fb1a_ContentBits">
    <vt:lpwstr>2</vt:lpwstr>
  </property>
</Properties>
</file>