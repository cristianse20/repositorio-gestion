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748" r:id="rId5"/>
  </p:sldMasterIdLst>
  <p:notesMasterIdLst>
    <p:notesMasterId r:id="rId16"/>
  </p:notesMasterIdLst>
  <p:sldIdLst>
    <p:sldId id="2147170853" r:id="rId6"/>
    <p:sldId id="343" r:id="rId7"/>
    <p:sldId id="346" r:id="rId8"/>
    <p:sldId id="2147170895" r:id="rId9"/>
    <p:sldId id="2147170896" r:id="rId10"/>
    <p:sldId id="2147170899" r:id="rId11"/>
    <p:sldId id="2147170898" r:id="rId12"/>
    <p:sldId id="2147170897" r:id="rId13"/>
    <p:sldId id="2147170890" r:id="rId14"/>
    <p:sldId id="30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34DCBA4-B73C-4D91-AA3F-4B02D5A20CBA}">
          <p14:sldIdLst>
            <p14:sldId id="2147170853"/>
            <p14:sldId id="343"/>
            <p14:sldId id="346"/>
            <p14:sldId id="2147170895"/>
            <p14:sldId id="2147170896"/>
            <p14:sldId id="2147170899"/>
            <p14:sldId id="2147170898"/>
            <p14:sldId id="2147170897"/>
            <p14:sldId id="2147170890"/>
            <p14:sldId id="304"/>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tonio Botello" initials="AB" lastIdx="1" clrIdx="0">
    <p:extLst>
      <p:ext uri="{19B8F6BF-5375-455C-9EA6-DF929625EA0E}">
        <p15:presenceInfo xmlns:p15="http://schemas.microsoft.com/office/powerpoint/2012/main" userId="S::abotello@grupoaxo.com::78d25888-4100-4329-94e1-b67eb563b01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D069C"/>
    <a:srgbClr val="A2998B"/>
    <a:srgbClr val="C7C7C7"/>
    <a:srgbClr val="6196FF"/>
    <a:srgbClr val="3C34A2"/>
    <a:srgbClr val="573DC7"/>
    <a:srgbClr val="3B7CFF"/>
    <a:srgbClr val="003192"/>
    <a:srgbClr val="654DC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D2D81E-8491-70B3-BF7B-3B34ED4D4469}" v="5" dt="2025-12-17T23:31:48.523"/>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Estilo medio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Estilo oscuro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202B0CA-FC54-4496-8BCA-5EF66A818D29}" styleName="Estilo oscuro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istian Eduardo Solis Espinoza" userId="S::csolise1700@alumno.ipn.mx::0ae7eff1-3f6b-4b1a-9dc6-e19848f5f414" providerId="AD" clId="Web-{78D2D81E-8491-70B3-BF7B-3B34ED4D4469}"/>
    <pc:docChg chg="addSld delSld modSld sldOrd modSection">
      <pc:chgData name="Cristian Eduardo Solis Espinoza" userId="S::csolise1700@alumno.ipn.mx::0ae7eff1-3f6b-4b1a-9dc6-e19848f5f414" providerId="AD" clId="Web-{78D2D81E-8491-70B3-BF7B-3B34ED4D4469}" dt="2025-12-17T23:31:48.523" v="4" actId="20577"/>
      <pc:docMkLst>
        <pc:docMk/>
      </pc:docMkLst>
      <pc:sldChg chg="modSp">
        <pc:chgData name="Cristian Eduardo Solis Espinoza" userId="S::csolise1700@alumno.ipn.mx::0ae7eff1-3f6b-4b1a-9dc6-e19848f5f414" providerId="AD" clId="Web-{78D2D81E-8491-70B3-BF7B-3B34ED4D4469}" dt="2025-12-17T23:31:48.523" v="4" actId="20577"/>
        <pc:sldMkLst>
          <pc:docMk/>
          <pc:sldMk cId="0" sldId="343"/>
        </pc:sldMkLst>
        <pc:spChg chg="mod">
          <ac:chgData name="Cristian Eduardo Solis Espinoza" userId="S::csolise1700@alumno.ipn.mx::0ae7eff1-3f6b-4b1a-9dc6-e19848f5f414" providerId="AD" clId="Web-{78D2D81E-8491-70B3-BF7B-3B34ED4D4469}" dt="2025-12-17T23:31:48.523" v="4" actId="20577"/>
          <ac:spMkLst>
            <pc:docMk/>
            <pc:sldMk cId="0" sldId="343"/>
            <ac:spMk id="18" creationId="{74E47F03-F6D5-4DC7-AA30-427348E5E536}"/>
          </ac:spMkLst>
        </pc:spChg>
      </pc:sldChg>
      <pc:sldChg chg="ord">
        <pc:chgData name="Cristian Eduardo Solis Espinoza" userId="S::csolise1700@alumno.ipn.mx::0ae7eff1-3f6b-4b1a-9dc6-e19848f5f414" providerId="AD" clId="Web-{78D2D81E-8491-70B3-BF7B-3B34ED4D4469}" dt="2025-12-17T23:15:44.717" v="0"/>
        <pc:sldMkLst>
          <pc:docMk/>
          <pc:sldMk cId="3931957286" sldId="2147170895"/>
        </pc:sldMkLst>
      </pc:sldChg>
      <pc:sldChg chg="new del">
        <pc:chgData name="Cristian Eduardo Solis Espinoza" userId="S::csolise1700@alumno.ipn.mx::0ae7eff1-3f6b-4b1a-9dc6-e19848f5f414" providerId="AD" clId="Web-{78D2D81E-8491-70B3-BF7B-3B34ED4D4469}" dt="2025-12-17T23:15:55.687" v="2"/>
        <pc:sldMkLst>
          <pc:docMk/>
          <pc:sldMk cId="2160067646" sldId="2147170900"/>
        </pc:sldMkLst>
      </pc:sldChg>
    </pc:docChg>
  </pc:docChgLst>
  <pc:docChgLst>
    <pc:chgData name="Rene Sánchez" userId="5858d94d3d2bc4ba" providerId="LiveId" clId="{F9F01678-32B2-4801-A0E2-7117A052CA49}"/>
    <pc:docChg chg="undo custSel addSld delSld modSld modSection">
      <pc:chgData name="Rene Sánchez" userId="5858d94d3d2bc4ba" providerId="LiveId" clId="{F9F01678-32B2-4801-A0E2-7117A052CA49}" dt="2022-11-08T17:43:13.003" v="345" actId="1037"/>
      <pc:docMkLst>
        <pc:docMk/>
      </pc:docMkLst>
      <pc:sldChg chg="addSp modSp mod">
        <pc:chgData name="Rene Sánchez" userId="5858d94d3d2bc4ba" providerId="LiveId" clId="{F9F01678-32B2-4801-A0E2-7117A052CA49}" dt="2022-11-08T17:43:13.003" v="345" actId="1037"/>
        <pc:sldMkLst>
          <pc:docMk/>
          <pc:sldMk cId="3074088082" sldId="346"/>
        </pc:sldMkLst>
        <pc:spChg chg="mod">
          <ac:chgData name="Rene Sánchez" userId="5858d94d3d2bc4ba" providerId="LiveId" clId="{F9F01678-32B2-4801-A0E2-7117A052CA49}" dt="2022-11-08T17:42:51.005" v="314" actId="1076"/>
          <ac:spMkLst>
            <pc:docMk/>
            <pc:sldMk cId="3074088082" sldId="346"/>
            <ac:spMk id="4" creationId="{3B2C97E4-0F39-E5A6-4074-3A1F39D1E389}"/>
          </ac:spMkLst>
        </pc:spChg>
        <pc:spChg chg="add mod">
          <ac:chgData name="Rene Sánchez" userId="5858d94d3d2bc4ba" providerId="LiveId" clId="{F9F01678-32B2-4801-A0E2-7117A052CA49}" dt="2022-11-08T17:28:26.895" v="151" actId="6549"/>
          <ac:spMkLst>
            <pc:docMk/>
            <pc:sldMk cId="3074088082" sldId="346"/>
            <ac:spMk id="9" creationId="{113C0B50-2F0B-F0F1-EC10-F91C9D607D8C}"/>
          </ac:spMkLst>
        </pc:spChg>
        <pc:spChg chg="add mod">
          <ac:chgData name="Rene Sánchez" userId="5858d94d3d2bc4ba" providerId="LiveId" clId="{F9F01678-32B2-4801-A0E2-7117A052CA49}" dt="2022-11-08T17:39:48.895" v="291" actId="1076"/>
          <ac:spMkLst>
            <pc:docMk/>
            <pc:sldMk cId="3074088082" sldId="346"/>
            <ac:spMk id="10" creationId="{4C8B1736-358F-B6E8-81E9-49C32C3B9C8C}"/>
          </ac:spMkLst>
        </pc:spChg>
        <pc:spChg chg="mod">
          <ac:chgData name="Rene Sánchez" userId="5858d94d3d2bc4ba" providerId="LiveId" clId="{F9F01678-32B2-4801-A0E2-7117A052CA49}" dt="2022-11-08T17:43:13.003" v="345" actId="1037"/>
          <ac:spMkLst>
            <pc:docMk/>
            <pc:sldMk cId="3074088082" sldId="346"/>
            <ac:spMk id="12" creationId="{ED690374-BF8B-4530-ABF1-B291C9E34825}"/>
          </ac:spMkLst>
        </pc:spChg>
        <pc:spChg chg="add mod">
          <ac:chgData name="Rene Sánchez" userId="5858d94d3d2bc4ba" providerId="LiveId" clId="{F9F01678-32B2-4801-A0E2-7117A052CA49}" dt="2022-11-08T17:39:44.220" v="290" actId="1076"/>
          <ac:spMkLst>
            <pc:docMk/>
            <pc:sldMk cId="3074088082" sldId="346"/>
            <ac:spMk id="13" creationId="{3174F723-E993-46BC-B9AF-D165F5C2CDD1}"/>
          </ac:spMkLst>
        </pc:spChg>
        <pc:cxnChg chg="add mod">
          <ac:chgData name="Rene Sánchez" userId="5858d94d3d2bc4ba" providerId="LiveId" clId="{F9F01678-32B2-4801-A0E2-7117A052CA49}" dt="2022-11-08T17:43:01.445" v="326" actId="1038"/>
          <ac:cxnSpMkLst>
            <pc:docMk/>
            <pc:sldMk cId="3074088082" sldId="346"/>
            <ac:cxnSpMk id="2" creationId="{B7480D42-166B-D517-B30F-1BD909431394}"/>
          </ac:cxnSpMkLst>
        </pc:cxnChg>
        <pc:cxnChg chg="add mod">
          <ac:chgData name="Rene Sánchez" userId="5858d94d3d2bc4ba" providerId="LiveId" clId="{F9F01678-32B2-4801-A0E2-7117A052CA49}" dt="2022-11-08T17:43:01.445" v="326" actId="1038"/>
          <ac:cxnSpMkLst>
            <pc:docMk/>
            <pc:sldMk cId="3074088082" sldId="346"/>
            <ac:cxnSpMk id="3" creationId="{A3AF4EAC-3187-DBF4-8B9D-9DB4D8240179}"/>
          </ac:cxnSpMkLst>
        </pc:cxnChg>
        <pc:cxnChg chg="add mod">
          <ac:chgData name="Rene Sánchez" userId="5858d94d3d2bc4ba" providerId="LiveId" clId="{F9F01678-32B2-4801-A0E2-7117A052CA49}" dt="2022-11-08T17:43:01.445" v="326" actId="1038"/>
          <ac:cxnSpMkLst>
            <pc:docMk/>
            <pc:sldMk cId="3074088082" sldId="346"/>
            <ac:cxnSpMk id="5" creationId="{B5EE7E51-B35C-8FE3-D070-9A76B90DB229}"/>
          </ac:cxnSpMkLst>
        </pc:cxnChg>
      </pc:sldChg>
      <pc:sldChg chg="addSp modSp mod">
        <pc:chgData name="Rene Sánchez" userId="5858d94d3d2bc4ba" providerId="LiveId" clId="{F9F01678-32B2-4801-A0E2-7117A052CA49}" dt="2022-11-08T17:38:43.529" v="284" actId="20577"/>
        <pc:sldMkLst>
          <pc:docMk/>
          <pc:sldMk cId="3931957286" sldId="2147170895"/>
        </pc:sldMkLst>
        <pc:spChg chg="add mod">
          <ac:chgData name="Rene Sánchez" userId="5858d94d3d2bc4ba" providerId="LiveId" clId="{F9F01678-32B2-4801-A0E2-7117A052CA49}" dt="2022-11-08T17:38:43.529" v="284" actId="20577"/>
          <ac:spMkLst>
            <pc:docMk/>
            <pc:sldMk cId="3931957286" sldId="2147170895"/>
            <ac:spMk id="2" creationId="{5311646C-2D34-DF7E-743B-3843978C77E2}"/>
          </ac:spMkLst>
        </pc:spChg>
        <pc:spChg chg="add mod">
          <ac:chgData name="Rene Sánchez" userId="5858d94d3d2bc4ba" providerId="LiveId" clId="{F9F01678-32B2-4801-A0E2-7117A052CA49}" dt="2022-11-08T17:38:33.563" v="282" actId="113"/>
          <ac:spMkLst>
            <pc:docMk/>
            <pc:sldMk cId="3931957286" sldId="2147170895"/>
            <ac:spMk id="3" creationId="{0D6114B3-B559-8E19-D95D-0C42B3B20271}"/>
          </ac:spMkLst>
        </pc:spChg>
        <pc:spChg chg="mod">
          <ac:chgData name="Rene Sánchez" userId="5858d94d3d2bc4ba" providerId="LiveId" clId="{F9F01678-32B2-4801-A0E2-7117A052CA49}" dt="2022-11-08T17:37:59.628" v="278" actId="1037"/>
          <ac:spMkLst>
            <pc:docMk/>
            <pc:sldMk cId="3931957286" sldId="2147170895"/>
            <ac:spMk id="7" creationId="{3C51E68D-CA50-6473-57BD-9D3DEF444F7A}"/>
          </ac:spMkLst>
        </pc:spChg>
        <pc:spChg chg="mod ord">
          <ac:chgData name="Rene Sánchez" userId="5858d94d3d2bc4ba" providerId="LiveId" clId="{F9F01678-32B2-4801-A0E2-7117A052CA49}" dt="2022-11-08T17:38:00.440" v="279" actId="167"/>
          <ac:spMkLst>
            <pc:docMk/>
            <pc:sldMk cId="3931957286" sldId="2147170895"/>
            <ac:spMk id="12" creationId="{ED690374-BF8B-4530-ABF1-B291C9E34825}"/>
          </ac:spMkLst>
        </pc:spChg>
        <pc:grpChg chg="add mod ord">
          <ac:chgData name="Rene Sánchez" userId="5858d94d3d2bc4ba" providerId="LiveId" clId="{F9F01678-32B2-4801-A0E2-7117A052CA49}" dt="2022-11-08T17:38:00.440" v="279" actId="167"/>
          <ac:grpSpMkLst>
            <pc:docMk/>
            <pc:sldMk cId="3931957286" sldId="2147170895"/>
            <ac:grpSpMk id="4" creationId="{4E3DA351-F46F-4073-28B9-24DC46ABF753}"/>
          </ac:grpSpMkLst>
        </pc:grpChg>
        <pc:grpChg chg="mod">
          <ac:chgData name="Rene Sánchez" userId="5858d94d3d2bc4ba" providerId="LiveId" clId="{F9F01678-32B2-4801-A0E2-7117A052CA49}" dt="2022-11-08T17:36:59.096" v="258" actId="164"/>
          <ac:grpSpMkLst>
            <pc:docMk/>
            <pc:sldMk cId="3931957286" sldId="2147170895"/>
            <ac:grpSpMk id="10" creationId="{C7F5E336-276C-E27A-6923-82B55095D9F9}"/>
          </ac:grpSpMkLst>
        </pc:grpChg>
      </pc:sldChg>
      <pc:sldChg chg="addSp delSp modSp add del mod">
        <pc:chgData name="Rene Sánchez" userId="5858d94d3d2bc4ba" providerId="LiveId" clId="{F9F01678-32B2-4801-A0E2-7117A052CA49}" dt="2022-11-08T17:39:04.416" v="285" actId="2696"/>
        <pc:sldMkLst>
          <pc:docMk/>
          <pc:sldMk cId="1927500510" sldId="2147170900"/>
        </pc:sldMkLst>
        <pc:spChg chg="del">
          <ac:chgData name="Rene Sánchez" userId="5858d94d3d2bc4ba" providerId="LiveId" clId="{F9F01678-32B2-4801-A0E2-7117A052CA49}" dt="2022-11-08T17:22:35.899" v="8" actId="478"/>
          <ac:spMkLst>
            <pc:docMk/>
            <pc:sldMk cId="1927500510" sldId="2147170900"/>
            <ac:spMk id="4" creationId="{3B2C97E4-0F39-E5A6-4074-3A1F39D1E389}"/>
          </ac:spMkLst>
        </pc:spChg>
        <pc:spChg chg="mod">
          <ac:chgData name="Rene Sánchez" userId="5858d94d3d2bc4ba" providerId="LiveId" clId="{F9F01678-32B2-4801-A0E2-7117A052CA49}" dt="2022-11-08T17:25:10.572" v="51" actId="6549"/>
          <ac:spMkLst>
            <pc:docMk/>
            <pc:sldMk cId="1927500510" sldId="2147170900"/>
            <ac:spMk id="12" creationId="{ED690374-BF8B-4530-ABF1-B291C9E34825}"/>
          </ac:spMkLst>
        </pc:spChg>
        <pc:cxnChg chg="add mod">
          <ac:chgData name="Rene Sánchez" userId="5858d94d3d2bc4ba" providerId="LiveId" clId="{F9F01678-32B2-4801-A0E2-7117A052CA49}" dt="2022-11-08T17:23:22.723" v="10" actId="692"/>
          <ac:cxnSpMkLst>
            <pc:docMk/>
            <pc:sldMk cId="1927500510" sldId="2147170900"/>
            <ac:cxnSpMk id="3" creationId="{76B9F6BD-7D1B-3062-95F2-79060A4230FF}"/>
          </ac:cxnSpMkLst>
        </pc:cxnChg>
        <pc:cxnChg chg="add mod">
          <ac:chgData name="Rene Sánchez" userId="5858d94d3d2bc4ba" providerId="LiveId" clId="{F9F01678-32B2-4801-A0E2-7117A052CA49}" dt="2022-11-08T17:23:45.566" v="16" actId="14100"/>
          <ac:cxnSpMkLst>
            <pc:docMk/>
            <pc:sldMk cId="1927500510" sldId="2147170900"/>
            <ac:cxnSpMk id="5" creationId="{1B96D0F5-A414-CB5E-6E5D-C4B645B759E3}"/>
          </ac:cxnSpMkLst>
        </pc:cxnChg>
        <pc:cxnChg chg="add mod">
          <ac:chgData name="Rene Sánchez" userId="5858d94d3d2bc4ba" providerId="LiveId" clId="{F9F01678-32B2-4801-A0E2-7117A052CA49}" dt="2022-11-08T17:23:53.004" v="18" actId="1076"/>
          <ac:cxnSpMkLst>
            <pc:docMk/>
            <pc:sldMk cId="1927500510" sldId="2147170900"/>
            <ac:cxnSpMk id="7" creationId="{124319FD-CB79-8E26-8E85-10E941711C59}"/>
          </ac:cxnSpMkLst>
        </pc:cxnChg>
      </pc:sldChg>
    </pc:docChg>
  </pc:docChgLst>
  <pc:docChgLst>
    <pc:chgData name="Rene Sánchez" userId="5858d94d3d2bc4ba" providerId="LiveId" clId="{5CD5BA1C-FB50-4E97-BD88-CBBF941FD3E5}"/>
    <pc:docChg chg="undo custSel delSld modSld modSection">
      <pc:chgData name="Rene Sánchez" userId="5858d94d3d2bc4ba" providerId="LiveId" clId="{5CD5BA1C-FB50-4E97-BD88-CBBF941FD3E5}" dt="2022-10-01T02:43:30.761" v="736" actId="207"/>
      <pc:docMkLst>
        <pc:docMk/>
      </pc:docMkLst>
      <pc:sldChg chg="addSp delSp modSp mod">
        <pc:chgData name="Rene Sánchez" userId="5858d94d3d2bc4ba" providerId="LiveId" clId="{5CD5BA1C-FB50-4E97-BD88-CBBF941FD3E5}" dt="2022-09-29T21:58:02.081" v="156" actId="1076"/>
        <pc:sldMkLst>
          <pc:docMk/>
          <pc:sldMk cId="0" sldId="304"/>
        </pc:sldMkLst>
        <pc:spChg chg="mod">
          <ac:chgData name="Rene Sánchez" userId="5858d94d3d2bc4ba" providerId="LiveId" clId="{5CD5BA1C-FB50-4E97-BD88-CBBF941FD3E5}" dt="2022-09-29T21:56:40.624" v="152" actId="1076"/>
          <ac:spMkLst>
            <pc:docMk/>
            <pc:sldMk cId="0" sldId="304"/>
            <ac:spMk id="816" creationId="{00000000-0000-0000-0000-000000000000}"/>
          </ac:spMkLst>
        </pc:spChg>
        <pc:picChg chg="add del">
          <ac:chgData name="Rene Sánchez" userId="5858d94d3d2bc4ba" providerId="LiveId" clId="{5CD5BA1C-FB50-4E97-BD88-CBBF941FD3E5}" dt="2022-09-29T21:56:40.956" v="153"/>
          <ac:picMkLst>
            <pc:docMk/>
            <pc:sldMk cId="0" sldId="304"/>
            <ac:picMk id="1026" creationId="{2EF8D9CB-C21E-A17E-39FD-827416606B4F}"/>
          </ac:picMkLst>
        </pc:picChg>
        <pc:picChg chg="add mod">
          <ac:chgData name="Rene Sánchez" userId="5858d94d3d2bc4ba" providerId="LiveId" clId="{5CD5BA1C-FB50-4E97-BD88-CBBF941FD3E5}" dt="2022-09-29T21:58:02.081" v="156" actId="1076"/>
          <ac:picMkLst>
            <pc:docMk/>
            <pc:sldMk cId="0" sldId="304"/>
            <ac:picMk id="1028" creationId="{99F53126-86BC-0577-A667-98137C01E1CD}"/>
          </ac:picMkLst>
        </pc:picChg>
      </pc:sldChg>
      <pc:sldChg chg="modSp mod">
        <pc:chgData name="Rene Sánchez" userId="5858d94d3d2bc4ba" providerId="LiveId" clId="{5CD5BA1C-FB50-4E97-BD88-CBBF941FD3E5}" dt="2022-10-01T02:43:30.761" v="736" actId="207"/>
        <pc:sldMkLst>
          <pc:docMk/>
          <pc:sldMk cId="0" sldId="343"/>
        </pc:sldMkLst>
        <pc:picChg chg="mod">
          <ac:chgData name="Rene Sánchez" userId="5858d94d3d2bc4ba" providerId="LiveId" clId="{5CD5BA1C-FB50-4E97-BD88-CBBF941FD3E5}" dt="2022-10-01T02:43:30.761" v="736" actId="207"/>
          <ac:picMkLst>
            <pc:docMk/>
            <pc:sldMk cId="0" sldId="343"/>
            <ac:picMk id="2" creationId="{F3ED5753-C13E-70BC-E0F6-F2D60C87ADC1}"/>
          </ac:picMkLst>
        </pc:picChg>
      </pc:sldChg>
      <pc:sldChg chg="modSp mod">
        <pc:chgData name="Rene Sánchez" userId="5858d94d3d2bc4ba" providerId="LiveId" clId="{5CD5BA1C-FB50-4E97-BD88-CBBF941FD3E5}" dt="2022-09-29T20:35:03.174" v="144" actId="1076"/>
        <pc:sldMkLst>
          <pc:docMk/>
          <pc:sldMk cId="3074088082" sldId="346"/>
        </pc:sldMkLst>
        <pc:spChg chg="mod">
          <ac:chgData name="Rene Sánchez" userId="5858d94d3d2bc4ba" providerId="LiveId" clId="{5CD5BA1C-FB50-4E97-BD88-CBBF941FD3E5}" dt="2022-09-29T20:35:03.174" v="144" actId="1076"/>
          <ac:spMkLst>
            <pc:docMk/>
            <pc:sldMk cId="3074088082" sldId="346"/>
            <ac:spMk id="4" creationId="{3B2C97E4-0F39-E5A6-4074-3A1F39D1E389}"/>
          </ac:spMkLst>
        </pc:spChg>
      </pc:sldChg>
      <pc:sldChg chg="delSp modSp del mod">
        <pc:chgData name="Rene Sánchez" userId="5858d94d3d2bc4ba" providerId="LiveId" clId="{5CD5BA1C-FB50-4E97-BD88-CBBF941FD3E5}" dt="2022-09-29T20:28:33.091" v="17" actId="2696"/>
        <pc:sldMkLst>
          <pc:docMk/>
          <pc:sldMk cId="1053831253" sldId="2147170888"/>
        </pc:sldMkLst>
        <pc:spChg chg="mod">
          <ac:chgData name="Rene Sánchez" userId="5858d94d3d2bc4ba" providerId="LiveId" clId="{5CD5BA1C-FB50-4E97-BD88-CBBF941FD3E5}" dt="2022-09-29T20:28:28.943" v="16" actId="20577"/>
          <ac:spMkLst>
            <pc:docMk/>
            <pc:sldMk cId="1053831253" sldId="2147170888"/>
            <ac:spMk id="3" creationId="{9A8958A0-1CFB-125F-7AA1-E9D7DB82525B}"/>
          </ac:spMkLst>
        </pc:spChg>
        <pc:graphicFrameChg chg="del modGraphic">
          <ac:chgData name="Rene Sánchez" userId="5858d94d3d2bc4ba" providerId="LiveId" clId="{5CD5BA1C-FB50-4E97-BD88-CBBF941FD3E5}" dt="2022-09-29T20:28:17.464" v="7" actId="478"/>
          <ac:graphicFrameMkLst>
            <pc:docMk/>
            <pc:sldMk cId="1053831253" sldId="2147170888"/>
            <ac:graphicFrameMk id="8" creationId="{C2091F33-C21F-2DEE-5AEC-5B973CD4DB4E}"/>
          </ac:graphicFrameMkLst>
        </pc:graphicFrameChg>
      </pc:sldChg>
      <pc:sldChg chg="addSp delSp modSp mod">
        <pc:chgData name="Rene Sánchez" userId="5858d94d3d2bc4ba" providerId="LiveId" clId="{5CD5BA1C-FB50-4E97-BD88-CBBF941FD3E5}" dt="2022-09-30T02:38:27.439" v="595" actId="14100"/>
        <pc:sldMkLst>
          <pc:docMk/>
          <pc:sldMk cId="3931957286" sldId="2147170895"/>
        </pc:sldMkLst>
        <pc:spChg chg="add del mod">
          <ac:chgData name="Rene Sánchez" userId="5858d94d3d2bc4ba" providerId="LiveId" clId="{5CD5BA1C-FB50-4E97-BD88-CBBF941FD3E5}" dt="2022-09-30T02:29:42.907" v="443" actId="478"/>
          <ac:spMkLst>
            <pc:docMk/>
            <pc:sldMk cId="3931957286" sldId="2147170895"/>
            <ac:spMk id="2" creationId="{CD478915-4E58-8297-80A2-D20DAA222244}"/>
          </ac:spMkLst>
        </pc:spChg>
        <pc:spChg chg="add mod">
          <ac:chgData name="Rene Sánchez" userId="5858d94d3d2bc4ba" providerId="LiveId" clId="{5CD5BA1C-FB50-4E97-BD88-CBBF941FD3E5}" dt="2022-09-30T02:34:54.927" v="511" actId="164"/>
          <ac:spMkLst>
            <pc:docMk/>
            <pc:sldMk cId="3931957286" sldId="2147170895"/>
            <ac:spMk id="5" creationId="{E018173B-646D-423F-8A52-F287AFCC810B}"/>
          </ac:spMkLst>
        </pc:spChg>
        <pc:spChg chg="add del mod">
          <ac:chgData name="Rene Sánchez" userId="5858d94d3d2bc4ba" providerId="LiveId" clId="{5CD5BA1C-FB50-4E97-BD88-CBBF941FD3E5}" dt="2022-09-30T02:33:07.813" v="490" actId="478"/>
          <ac:spMkLst>
            <pc:docMk/>
            <pc:sldMk cId="3931957286" sldId="2147170895"/>
            <ac:spMk id="6" creationId="{52F0798F-BBC6-FE49-2310-B4256746DDF6}"/>
          </ac:spMkLst>
        </pc:spChg>
        <pc:spChg chg="add mod">
          <ac:chgData name="Rene Sánchez" userId="5858d94d3d2bc4ba" providerId="LiveId" clId="{5CD5BA1C-FB50-4E97-BD88-CBBF941FD3E5}" dt="2022-09-30T02:35:21.807" v="513" actId="207"/>
          <ac:spMkLst>
            <pc:docMk/>
            <pc:sldMk cId="3931957286" sldId="2147170895"/>
            <ac:spMk id="7" creationId="{3C51E68D-CA50-6473-57BD-9D3DEF444F7A}"/>
          </ac:spMkLst>
        </pc:spChg>
        <pc:spChg chg="mod">
          <ac:chgData name="Rene Sánchez" userId="5858d94d3d2bc4ba" providerId="LiveId" clId="{5CD5BA1C-FB50-4E97-BD88-CBBF941FD3E5}" dt="2022-09-30T02:34:34.646" v="508" actId="1076"/>
          <ac:spMkLst>
            <pc:docMk/>
            <pc:sldMk cId="3931957286" sldId="2147170895"/>
            <ac:spMk id="11" creationId="{189EF4FB-DA5C-42F8-8337-FCD90A7857C2}"/>
          </ac:spMkLst>
        </pc:spChg>
        <pc:spChg chg="mod topLvl">
          <ac:chgData name="Rene Sánchez" userId="5858d94d3d2bc4ba" providerId="LiveId" clId="{5CD5BA1C-FB50-4E97-BD88-CBBF941FD3E5}" dt="2022-09-30T02:38:27.439" v="595" actId="14100"/>
          <ac:spMkLst>
            <pc:docMk/>
            <pc:sldMk cId="3931957286" sldId="2147170895"/>
            <ac:spMk id="12" creationId="{ED690374-BF8B-4530-ABF1-B291C9E34825}"/>
          </ac:spMkLst>
        </pc:spChg>
        <pc:spChg chg="del mod ord topLvl">
          <ac:chgData name="Rene Sánchez" userId="5858d94d3d2bc4ba" providerId="LiveId" clId="{5CD5BA1C-FB50-4E97-BD88-CBBF941FD3E5}" dt="2022-09-30T02:35:31.967" v="515" actId="478"/>
          <ac:spMkLst>
            <pc:docMk/>
            <pc:sldMk cId="3931957286" sldId="2147170895"/>
            <ac:spMk id="15" creationId="{1C344B2E-F6BB-530E-2E7B-B8EC1BFDA577}"/>
          </ac:spMkLst>
        </pc:spChg>
        <pc:grpChg chg="add mod">
          <ac:chgData name="Rene Sánchez" userId="5858d94d3d2bc4ba" providerId="LiveId" clId="{5CD5BA1C-FB50-4E97-BD88-CBBF941FD3E5}" dt="2022-09-30T02:26:57.389" v="400" actId="164"/>
          <ac:grpSpMkLst>
            <pc:docMk/>
            <pc:sldMk cId="3931957286" sldId="2147170895"/>
            <ac:grpSpMk id="3" creationId="{7DE2312A-6E06-5A8F-8366-F745FCFBE2ED}"/>
          </ac:grpSpMkLst>
        </pc:grpChg>
        <pc:grpChg chg="add del mod">
          <ac:chgData name="Rene Sánchez" userId="5858d94d3d2bc4ba" providerId="LiveId" clId="{5CD5BA1C-FB50-4E97-BD88-CBBF941FD3E5}" dt="2022-09-30T02:35:31.967" v="515" actId="478"/>
          <ac:grpSpMkLst>
            <pc:docMk/>
            <pc:sldMk cId="3931957286" sldId="2147170895"/>
            <ac:grpSpMk id="4" creationId="{3435B746-A2AF-260A-CC51-0219ECAB7FCC}"/>
          </ac:grpSpMkLst>
        </pc:grpChg>
        <pc:grpChg chg="add mod">
          <ac:chgData name="Rene Sánchez" userId="5858d94d3d2bc4ba" providerId="LiveId" clId="{5CD5BA1C-FB50-4E97-BD88-CBBF941FD3E5}" dt="2022-09-30T02:38:06.771" v="592" actId="164"/>
          <ac:grpSpMkLst>
            <pc:docMk/>
            <pc:sldMk cId="3931957286" sldId="2147170895"/>
            <ac:grpSpMk id="8" creationId="{316AAC55-E2DC-FFB1-34F9-5C585FEE094F}"/>
          </ac:grpSpMkLst>
        </pc:grpChg>
        <pc:grpChg chg="add mod">
          <ac:chgData name="Rene Sánchez" userId="5858d94d3d2bc4ba" providerId="LiveId" clId="{5CD5BA1C-FB50-4E97-BD88-CBBF941FD3E5}" dt="2022-09-30T02:38:06.771" v="592" actId="164"/>
          <ac:grpSpMkLst>
            <pc:docMk/>
            <pc:sldMk cId="3931957286" sldId="2147170895"/>
            <ac:grpSpMk id="10" creationId="{C7F5E336-276C-E27A-6923-82B55095D9F9}"/>
          </ac:grpSpMkLst>
        </pc:grpChg>
        <pc:picChg chg="add mod">
          <ac:chgData name="Rene Sánchez" userId="5858d94d3d2bc4ba" providerId="LiveId" clId="{5CD5BA1C-FB50-4E97-BD88-CBBF941FD3E5}" dt="2022-09-30T02:38:06.771" v="592" actId="164"/>
          <ac:picMkLst>
            <pc:docMk/>
            <pc:sldMk cId="3931957286" sldId="2147170895"/>
            <ac:picMk id="9" creationId="{38964825-916F-5D8A-C0D9-8FF80EEFBABE}"/>
          </ac:picMkLst>
        </pc:picChg>
        <pc:picChg chg="mod">
          <ac:chgData name="Rene Sánchez" userId="5858d94d3d2bc4ba" providerId="LiveId" clId="{5CD5BA1C-FB50-4E97-BD88-CBBF941FD3E5}" dt="2022-09-30T02:34:54.927" v="511" actId="164"/>
          <ac:picMkLst>
            <pc:docMk/>
            <pc:sldMk cId="3931957286" sldId="2147170895"/>
            <ac:picMk id="14" creationId="{3B37F524-20DE-84CC-FB4B-4F936BA4C980}"/>
          </ac:picMkLst>
        </pc:picChg>
        <pc:picChg chg="mod">
          <ac:chgData name="Rene Sánchez" userId="5858d94d3d2bc4ba" providerId="LiveId" clId="{5CD5BA1C-FB50-4E97-BD88-CBBF941FD3E5}" dt="2022-09-30T02:27:59.345" v="427" actId="1037"/>
          <ac:picMkLst>
            <pc:docMk/>
            <pc:sldMk cId="3931957286" sldId="2147170895"/>
            <ac:picMk id="16" creationId="{56D9D2FD-4A50-0CF7-79DE-FDFC452E63EA}"/>
          </ac:picMkLst>
        </pc:picChg>
      </pc:sldChg>
      <pc:sldChg chg="modSp mod">
        <pc:chgData name="Rene Sánchez" userId="5858d94d3d2bc4ba" providerId="LiveId" clId="{5CD5BA1C-FB50-4E97-BD88-CBBF941FD3E5}" dt="2022-10-01T02:42:14.372" v="731" actId="20577"/>
        <pc:sldMkLst>
          <pc:docMk/>
          <pc:sldMk cId="846575402" sldId="2147170896"/>
        </pc:sldMkLst>
        <pc:spChg chg="mod">
          <ac:chgData name="Rene Sánchez" userId="5858d94d3d2bc4ba" providerId="LiveId" clId="{5CD5BA1C-FB50-4E97-BD88-CBBF941FD3E5}" dt="2022-09-30T01:20:56.863" v="176" actId="1076"/>
          <ac:spMkLst>
            <pc:docMk/>
            <pc:sldMk cId="846575402" sldId="2147170896"/>
            <ac:spMk id="4" creationId="{4DE35792-57A1-400E-5DD3-5FAB77DE3257}"/>
          </ac:spMkLst>
        </pc:spChg>
        <pc:spChg chg="mod">
          <ac:chgData name="Rene Sánchez" userId="5858d94d3d2bc4ba" providerId="LiveId" clId="{5CD5BA1C-FB50-4E97-BD88-CBBF941FD3E5}" dt="2022-09-30T01:20:17.443" v="174" actId="20577"/>
          <ac:spMkLst>
            <pc:docMk/>
            <pc:sldMk cId="846575402" sldId="2147170896"/>
            <ac:spMk id="11" creationId="{189EF4FB-DA5C-42F8-8337-FCD90A7857C2}"/>
          </ac:spMkLst>
        </pc:spChg>
        <pc:spChg chg="mod">
          <ac:chgData name="Rene Sánchez" userId="5858d94d3d2bc4ba" providerId="LiveId" clId="{5CD5BA1C-FB50-4E97-BD88-CBBF941FD3E5}" dt="2022-10-01T02:42:14.372" v="731" actId="20577"/>
          <ac:spMkLst>
            <pc:docMk/>
            <pc:sldMk cId="846575402" sldId="2147170896"/>
            <ac:spMk id="12" creationId="{ED690374-BF8B-4530-ABF1-B291C9E34825}"/>
          </ac:spMkLst>
        </pc:spChg>
      </pc:sldChg>
      <pc:sldChg chg="modSp mod">
        <pc:chgData name="Rene Sánchez" userId="5858d94d3d2bc4ba" providerId="LiveId" clId="{5CD5BA1C-FB50-4E97-BD88-CBBF941FD3E5}" dt="2022-10-01T02:41:32.514" v="720" actId="5793"/>
        <pc:sldMkLst>
          <pc:docMk/>
          <pc:sldMk cId="1539565693" sldId="2147170897"/>
        </pc:sldMkLst>
        <pc:spChg chg="mod">
          <ac:chgData name="Rene Sánchez" userId="5858d94d3d2bc4ba" providerId="LiveId" clId="{5CD5BA1C-FB50-4E97-BD88-CBBF941FD3E5}" dt="2022-10-01T02:41:32.514" v="720" actId="5793"/>
          <ac:spMkLst>
            <pc:docMk/>
            <pc:sldMk cId="1539565693" sldId="2147170897"/>
            <ac:spMk id="3" creationId="{42C25DB8-A82A-75A7-5BF0-0539828ED3CC}"/>
          </ac:spMkLst>
        </pc:spChg>
        <pc:spChg chg="mod">
          <ac:chgData name="Rene Sánchez" userId="5858d94d3d2bc4ba" providerId="LiveId" clId="{5CD5BA1C-FB50-4E97-BD88-CBBF941FD3E5}" dt="2022-09-30T01:30:45.324" v="337" actId="20577"/>
          <ac:spMkLst>
            <pc:docMk/>
            <pc:sldMk cId="1539565693" sldId="2147170897"/>
            <ac:spMk id="11" creationId="{189EF4FB-DA5C-42F8-8337-FCD90A7857C2}"/>
          </ac:spMkLst>
        </pc:spChg>
        <pc:spChg chg="mod">
          <ac:chgData name="Rene Sánchez" userId="5858d94d3d2bc4ba" providerId="LiveId" clId="{5CD5BA1C-FB50-4E97-BD88-CBBF941FD3E5}" dt="2022-10-01T02:41:27.486" v="718" actId="14100"/>
          <ac:spMkLst>
            <pc:docMk/>
            <pc:sldMk cId="1539565693" sldId="2147170897"/>
            <ac:spMk id="12" creationId="{ED690374-BF8B-4530-ABF1-B291C9E34825}"/>
          </ac:spMkLst>
        </pc:spChg>
        <pc:picChg chg="mod">
          <ac:chgData name="Rene Sánchez" userId="5858d94d3d2bc4ba" providerId="LiveId" clId="{5CD5BA1C-FB50-4E97-BD88-CBBF941FD3E5}" dt="2022-10-01T02:39:42.682" v="704" actId="14861"/>
          <ac:picMkLst>
            <pc:docMk/>
            <pc:sldMk cId="1539565693" sldId="2147170897"/>
            <ac:picMk id="52" creationId="{00000000-0000-0000-0000-000000000000}"/>
          </ac:picMkLst>
        </pc:picChg>
      </pc:sldChg>
      <pc:sldChg chg="addSp delSp modSp mod">
        <pc:chgData name="Rene Sánchez" userId="5858d94d3d2bc4ba" providerId="LiveId" clId="{5CD5BA1C-FB50-4E97-BD88-CBBF941FD3E5}" dt="2022-10-01T02:29:25.533" v="644" actId="1076"/>
        <pc:sldMkLst>
          <pc:docMk/>
          <pc:sldMk cId="1105436276" sldId="2147170898"/>
        </pc:sldMkLst>
        <pc:spChg chg="mod">
          <ac:chgData name="Rene Sánchez" userId="5858d94d3d2bc4ba" providerId="LiveId" clId="{5CD5BA1C-FB50-4E97-BD88-CBBF941FD3E5}" dt="2022-10-01T02:22:55.988" v="603" actId="6549"/>
          <ac:spMkLst>
            <pc:docMk/>
            <pc:sldMk cId="1105436276" sldId="2147170898"/>
            <ac:spMk id="12" creationId="{ED690374-BF8B-4530-ABF1-B291C9E34825}"/>
          </ac:spMkLst>
        </pc:spChg>
        <pc:graphicFrameChg chg="add del mod">
          <ac:chgData name="Rene Sánchez" userId="5858d94d3d2bc4ba" providerId="LiveId" clId="{5CD5BA1C-FB50-4E97-BD88-CBBF941FD3E5}" dt="2022-10-01T02:23:11.112" v="611"/>
          <ac:graphicFrameMkLst>
            <pc:docMk/>
            <pc:sldMk cId="1105436276" sldId="2147170898"/>
            <ac:graphicFrameMk id="2" creationId="{28F44D60-9ABB-DCF6-4AEB-547A3B4AEDE8}"/>
          </ac:graphicFrameMkLst>
        </pc:graphicFrameChg>
        <pc:graphicFrameChg chg="add del mod">
          <ac:chgData name="Rene Sánchez" userId="5858d94d3d2bc4ba" providerId="LiveId" clId="{5CD5BA1C-FB50-4E97-BD88-CBBF941FD3E5}" dt="2022-10-01T02:28:20.152" v="639"/>
          <ac:graphicFrameMkLst>
            <pc:docMk/>
            <pc:sldMk cId="1105436276" sldId="2147170898"/>
            <ac:graphicFrameMk id="4" creationId="{762F8FC9-5911-ECBC-30C6-EF2218C6B2DC}"/>
          </ac:graphicFrameMkLst>
        </pc:graphicFrameChg>
        <pc:picChg chg="add del mod">
          <ac:chgData name="Rene Sánchez" userId="5858d94d3d2bc4ba" providerId="LiveId" clId="{5CD5BA1C-FB50-4E97-BD88-CBBF941FD3E5}" dt="2022-10-01T02:27:47.754" v="635" actId="478"/>
          <ac:picMkLst>
            <pc:docMk/>
            <pc:sldMk cId="1105436276" sldId="2147170898"/>
            <ac:picMk id="3" creationId="{3A5BBD99-256E-E57A-D0B0-59D8C0452982}"/>
          </ac:picMkLst>
        </pc:picChg>
        <pc:picChg chg="add del">
          <ac:chgData name="Rene Sánchez" userId="5858d94d3d2bc4ba" providerId="LiveId" clId="{5CD5BA1C-FB50-4E97-BD88-CBBF941FD3E5}" dt="2022-10-01T02:29:10.584" v="641" actId="478"/>
          <ac:picMkLst>
            <pc:docMk/>
            <pc:sldMk cId="1105436276" sldId="2147170898"/>
            <ac:picMk id="5" creationId="{7A5A2FF1-610C-C5CC-7466-DEBA83A90640}"/>
          </ac:picMkLst>
        </pc:picChg>
        <pc:picChg chg="add mod">
          <ac:chgData name="Rene Sánchez" userId="5858d94d3d2bc4ba" providerId="LiveId" clId="{5CD5BA1C-FB50-4E97-BD88-CBBF941FD3E5}" dt="2022-10-01T02:29:25.533" v="644" actId="1076"/>
          <ac:picMkLst>
            <pc:docMk/>
            <pc:sldMk cId="1105436276" sldId="2147170898"/>
            <ac:picMk id="6" creationId="{253BEC01-0C32-C27B-D5F4-B20947624659}"/>
          </ac:picMkLst>
        </pc:picChg>
      </pc:sldChg>
      <pc:sldChg chg="addSp delSp modSp mod">
        <pc:chgData name="Rene Sánchez" userId="5858d94d3d2bc4ba" providerId="LiveId" clId="{5CD5BA1C-FB50-4E97-BD88-CBBF941FD3E5}" dt="2022-10-01T00:48:48.010" v="602" actId="14100"/>
        <pc:sldMkLst>
          <pc:docMk/>
          <pc:sldMk cId="1082910700" sldId="2147170899"/>
        </pc:sldMkLst>
        <pc:spChg chg="add del mod">
          <ac:chgData name="Rene Sánchez" userId="5858d94d3d2bc4ba" providerId="LiveId" clId="{5CD5BA1C-FB50-4E97-BD88-CBBF941FD3E5}" dt="2022-10-01T00:47:56.497" v="598"/>
          <ac:spMkLst>
            <pc:docMk/>
            <pc:sldMk cId="1082910700" sldId="2147170899"/>
            <ac:spMk id="3" creationId="{6C67228B-E593-AD98-B6FE-4BEFFD0CF0E4}"/>
          </ac:spMkLst>
        </pc:spChg>
        <pc:spChg chg="add del mod">
          <ac:chgData name="Rene Sánchez" userId="5858d94d3d2bc4ba" providerId="LiveId" clId="{5CD5BA1C-FB50-4E97-BD88-CBBF941FD3E5}" dt="2022-10-01T00:47:56.497" v="598"/>
          <ac:spMkLst>
            <pc:docMk/>
            <pc:sldMk cId="1082910700" sldId="2147170899"/>
            <ac:spMk id="4" creationId="{5F9A486E-ABF6-42E2-A72B-B727A6930E3C}"/>
          </ac:spMkLst>
        </pc:spChg>
        <pc:spChg chg="add del mod">
          <ac:chgData name="Rene Sánchez" userId="5858d94d3d2bc4ba" providerId="LiveId" clId="{5CD5BA1C-FB50-4E97-BD88-CBBF941FD3E5}" dt="2022-09-30T02:24:06.929" v="365"/>
          <ac:spMkLst>
            <pc:docMk/>
            <pc:sldMk cId="1082910700" sldId="2147170899"/>
            <ac:spMk id="5" creationId="{400F1217-0340-CE8C-1315-E051CDFE6729}"/>
          </ac:spMkLst>
        </pc:spChg>
        <pc:spChg chg="add del mod">
          <ac:chgData name="Rene Sánchez" userId="5858d94d3d2bc4ba" providerId="LiveId" clId="{5CD5BA1C-FB50-4E97-BD88-CBBF941FD3E5}" dt="2022-10-01T00:47:56.497" v="598"/>
          <ac:spMkLst>
            <pc:docMk/>
            <pc:sldMk cId="1082910700" sldId="2147170899"/>
            <ac:spMk id="5" creationId="{B9ACBCEC-A98C-8889-E2B5-57B34CF0219C}"/>
          </ac:spMkLst>
        </pc:spChg>
        <pc:spChg chg="add del mod">
          <ac:chgData name="Rene Sánchez" userId="5858d94d3d2bc4ba" providerId="LiveId" clId="{5CD5BA1C-FB50-4E97-BD88-CBBF941FD3E5}" dt="2022-10-01T00:47:56.497" v="598"/>
          <ac:spMkLst>
            <pc:docMk/>
            <pc:sldMk cId="1082910700" sldId="2147170899"/>
            <ac:spMk id="6" creationId="{BA32ADCB-8DDB-8478-895F-69E355AE211B}"/>
          </ac:spMkLst>
        </pc:spChg>
        <pc:spChg chg="add del mod">
          <ac:chgData name="Rene Sánchez" userId="5858d94d3d2bc4ba" providerId="LiveId" clId="{5CD5BA1C-FB50-4E97-BD88-CBBF941FD3E5}" dt="2022-09-30T02:24:06.929" v="365"/>
          <ac:spMkLst>
            <pc:docMk/>
            <pc:sldMk cId="1082910700" sldId="2147170899"/>
            <ac:spMk id="6" creationId="{C06F4052-48C3-4771-8DB4-7A30A81A7404}"/>
          </ac:spMkLst>
        </pc:spChg>
        <pc:spChg chg="add del mod">
          <ac:chgData name="Rene Sánchez" userId="5858d94d3d2bc4ba" providerId="LiveId" clId="{5CD5BA1C-FB50-4E97-BD88-CBBF941FD3E5}" dt="2022-10-01T00:47:56.497" v="598"/>
          <ac:spMkLst>
            <pc:docMk/>
            <pc:sldMk cId="1082910700" sldId="2147170899"/>
            <ac:spMk id="7" creationId="{67EB6B79-C22E-18F8-FD93-51351173B62C}"/>
          </ac:spMkLst>
        </pc:spChg>
        <pc:spChg chg="add del mod">
          <ac:chgData name="Rene Sánchez" userId="5858d94d3d2bc4ba" providerId="LiveId" clId="{5CD5BA1C-FB50-4E97-BD88-CBBF941FD3E5}" dt="2022-09-30T02:24:06.929" v="365"/>
          <ac:spMkLst>
            <pc:docMk/>
            <pc:sldMk cId="1082910700" sldId="2147170899"/>
            <ac:spMk id="8" creationId="{76332646-15A2-4EE0-A7E1-5BA2C7C7F301}"/>
          </ac:spMkLst>
        </pc:spChg>
        <pc:spChg chg="add del mod">
          <ac:chgData name="Rene Sánchez" userId="5858d94d3d2bc4ba" providerId="LiveId" clId="{5CD5BA1C-FB50-4E97-BD88-CBBF941FD3E5}" dt="2022-10-01T00:47:56.497" v="598"/>
          <ac:spMkLst>
            <pc:docMk/>
            <pc:sldMk cId="1082910700" sldId="2147170899"/>
            <ac:spMk id="8" creationId="{D367BCC8-15A9-0FF9-662F-A6C4352672C7}"/>
          </ac:spMkLst>
        </pc:spChg>
        <pc:spChg chg="add del mod">
          <ac:chgData name="Rene Sánchez" userId="5858d94d3d2bc4ba" providerId="LiveId" clId="{5CD5BA1C-FB50-4E97-BD88-CBBF941FD3E5}" dt="2022-09-30T02:24:06.929" v="365"/>
          <ac:spMkLst>
            <pc:docMk/>
            <pc:sldMk cId="1082910700" sldId="2147170899"/>
            <ac:spMk id="9" creationId="{33D6346B-D2FB-4818-B13A-E1ADA879D514}"/>
          </ac:spMkLst>
        </pc:spChg>
        <pc:spChg chg="add del mod">
          <ac:chgData name="Rene Sánchez" userId="5858d94d3d2bc4ba" providerId="LiveId" clId="{5CD5BA1C-FB50-4E97-BD88-CBBF941FD3E5}" dt="2022-10-01T00:47:56.497" v="598"/>
          <ac:spMkLst>
            <pc:docMk/>
            <pc:sldMk cId="1082910700" sldId="2147170899"/>
            <ac:spMk id="9" creationId="{6CD13611-FA8D-1E76-420F-73FED2ACC093}"/>
          </ac:spMkLst>
        </pc:spChg>
        <pc:spChg chg="add del mod">
          <ac:chgData name="Rene Sánchez" userId="5858d94d3d2bc4ba" providerId="LiveId" clId="{5CD5BA1C-FB50-4E97-BD88-CBBF941FD3E5}" dt="2022-10-01T00:47:56.497" v="598"/>
          <ac:spMkLst>
            <pc:docMk/>
            <pc:sldMk cId="1082910700" sldId="2147170899"/>
            <ac:spMk id="10" creationId="{8DBD166D-E1A1-10EE-EDA3-0B388025B7AF}"/>
          </ac:spMkLst>
        </pc:spChg>
        <pc:spChg chg="add del mod">
          <ac:chgData name="Rene Sánchez" userId="5858d94d3d2bc4ba" providerId="LiveId" clId="{5CD5BA1C-FB50-4E97-BD88-CBBF941FD3E5}" dt="2022-10-01T00:47:56.497" v="598"/>
          <ac:spMkLst>
            <pc:docMk/>
            <pc:sldMk cId="1082910700" sldId="2147170899"/>
            <ac:spMk id="13" creationId="{771E51DD-2C47-6BA3-6EE4-89A6AF2A5949}"/>
          </ac:spMkLst>
        </pc:spChg>
        <pc:spChg chg="add del mod">
          <ac:chgData name="Rene Sánchez" userId="5858d94d3d2bc4ba" providerId="LiveId" clId="{5CD5BA1C-FB50-4E97-BD88-CBBF941FD3E5}" dt="2022-10-01T00:47:56.497" v="598"/>
          <ac:spMkLst>
            <pc:docMk/>
            <pc:sldMk cId="1082910700" sldId="2147170899"/>
            <ac:spMk id="14" creationId="{2ABABDA4-1513-DD98-6146-CE31988AAAF8}"/>
          </ac:spMkLst>
        </pc:spChg>
        <pc:spChg chg="add del mod">
          <ac:chgData name="Rene Sánchez" userId="5858d94d3d2bc4ba" providerId="LiveId" clId="{5CD5BA1C-FB50-4E97-BD88-CBBF941FD3E5}" dt="2022-10-01T00:47:56.497" v="598"/>
          <ac:spMkLst>
            <pc:docMk/>
            <pc:sldMk cId="1082910700" sldId="2147170899"/>
            <ac:spMk id="15" creationId="{F30F3CAC-127F-F2E8-C0C4-A3A548363758}"/>
          </ac:spMkLst>
        </pc:spChg>
        <pc:spChg chg="add del mod">
          <ac:chgData name="Rene Sánchez" userId="5858d94d3d2bc4ba" providerId="LiveId" clId="{5CD5BA1C-FB50-4E97-BD88-CBBF941FD3E5}" dt="2022-10-01T00:47:56.497" v="598"/>
          <ac:spMkLst>
            <pc:docMk/>
            <pc:sldMk cId="1082910700" sldId="2147170899"/>
            <ac:spMk id="16" creationId="{E9D913BB-EF28-8B64-4AC6-1A073BF85378}"/>
          </ac:spMkLst>
        </pc:spChg>
        <pc:spChg chg="add del mod">
          <ac:chgData name="Rene Sánchez" userId="5858d94d3d2bc4ba" providerId="LiveId" clId="{5CD5BA1C-FB50-4E97-BD88-CBBF941FD3E5}" dt="2022-09-30T02:24:06.929" v="365"/>
          <ac:spMkLst>
            <pc:docMk/>
            <pc:sldMk cId="1082910700" sldId="2147170899"/>
            <ac:spMk id="16" creationId="{EF1618A3-76D9-62C5-B16C-DD28FBD53DAC}"/>
          </ac:spMkLst>
        </pc:spChg>
        <pc:spChg chg="add del mod">
          <ac:chgData name="Rene Sánchez" userId="5858d94d3d2bc4ba" providerId="LiveId" clId="{5CD5BA1C-FB50-4E97-BD88-CBBF941FD3E5}" dt="2022-10-01T00:47:56.497" v="598"/>
          <ac:spMkLst>
            <pc:docMk/>
            <pc:sldMk cId="1082910700" sldId="2147170899"/>
            <ac:spMk id="18" creationId="{92476EFC-3BAF-4A9A-D889-C664E0C8C9A8}"/>
          </ac:spMkLst>
        </pc:spChg>
        <pc:spChg chg="add del mod">
          <ac:chgData name="Rene Sánchez" userId="5858d94d3d2bc4ba" providerId="LiveId" clId="{5CD5BA1C-FB50-4E97-BD88-CBBF941FD3E5}" dt="2022-09-30T02:24:06.929" v="365"/>
          <ac:spMkLst>
            <pc:docMk/>
            <pc:sldMk cId="1082910700" sldId="2147170899"/>
            <ac:spMk id="19" creationId="{0E134AB9-C12D-9A34-727E-AEEBA4575DC7}"/>
          </ac:spMkLst>
        </pc:spChg>
        <pc:spChg chg="add del mod">
          <ac:chgData name="Rene Sánchez" userId="5858d94d3d2bc4ba" providerId="LiveId" clId="{5CD5BA1C-FB50-4E97-BD88-CBBF941FD3E5}" dt="2022-10-01T00:47:56.497" v="598"/>
          <ac:spMkLst>
            <pc:docMk/>
            <pc:sldMk cId="1082910700" sldId="2147170899"/>
            <ac:spMk id="19" creationId="{9C40008C-7448-F057-4013-E1A6388E1C29}"/>
          </ac:spMkLst>
        </pc:spChg>
        <pc:spChg chg="add del mod">
          <ac:chgData name="Rene Sánchez" userId="5858d94d3d2bc4ba" providerId="LiveId" clId="{5CD5BA1C-FB50-4E97-BD88-CBBF941FD3E5}" dt="2022-09-30T02:24:06.929" v="365"/>
          <ac:spMkLst>
            <pc:docMk/>
            <pc:sldMk cId="1082910700" sldId="2147170899"/>
            <ac:spMk id="20" creationId="{4F4C8A76-5214-8316-E508-A50CBDDFECB2}"/>
          </ac:spMkLst>
        </pc:spChg>
        <pc:spChg chg="add del mod">
          <ac:chgData name="Rene Sánchez" userId="5858d94d3d2bc4ba" providerId="LiveId" clId="{5CD5BA1C-FB50-4E97-BD88-CBBF941FD3E5}" dt="2022-10-01T00:47:56.497" v="598"/>
          <ac:spMkLst>
            <pc:docMk/>
            <pc:sldMk cId="1082910700" sldId="2147170899"/>
            <ac:spMk id="20" creationId="{F2C1CAED-B4A6-85FF-3046-FE745615F583}"/>
          </ac:spMkLst>
        </pc:spChg>
        <pc:spChg chg="add del mod">
          <ac:chgData name="Rene Sánchez" userId="5858d94d3d2bc4ba" providerId="LiveId" clId="{5CD5BA1C-FB50-4E97-BD88-CBBF941FD3E5}" dt="2022-09-30T02:24:06.929" v="365"/>
          <ac:spMkLst>
            <pc:docMk/>
            <pc:sldMk cId="1082910700" sldId="2147170899"/>
            <ac:spMk id="21" creationId="{27608050-8035-FCA5-2FA2-FEF47E29447A}"/>
          </ac:spMkLst>
        </pc:spChg>
        <pc:spChg chg="add del mod">
          <ac:chgData name="Rene Sánchez" userId="5858d94d3d2bc4ba" providerId="LiveId" clId="{5CD5BA1C-FB50-4E97-BD88-CBBF941FD3E5}" dt="2022-10-01T00:47:56.497" v="598"/>
          <ac:spMkLst>
            <pc:docMk/>
            <pc:sldMk cId="1082910700" sldId="2147170899"/>
            <ac:spMk id="21" creationId="{FA156C5F-5F97-747C-9FF2-BC2F38DB3C39}"/>
          </ac:spMkLst>
        </pc:spChg>
        <pc:spChg chg="add del mod">
          <ac:chgData name="Rene Sánchez" userId="5858d94d3d2bc4ba" providerId="LiveId" clId="{5CD5BA1C-FB50-4E97-BD88-CBBF941FD3E5}" dt="2022-09-30T02:24:06.929" v="365"/>
          <ac:spMkLst>
            <pc:docMk/>
            <pc:sldMk cId="1082910700" sldId="2147170899"/>
            <ac:spMk id="22" creationId="{21F2547F-616F-4A03-B3ED-D5532BB24B4A}"/>
          </ac:spMkLst>
        </pc:spChg>
        <pc:spChg chg="add del mod">
          <ac:chgData name="Rene Sánchez" userId="5858d94d3d2bc4ba" providerId="LiveId" clId="{5CD5BA1C-FB50-4E97-BD88-CBBF941FD3E5}" dt="2022-09-30T02:24:06.929" v="365"/>
          <ac:spMkLst>
            <pc:docMk/>
            <pc:sldMk cId="1082910700" sldId="2147170899"/>
            <ac:spMk id="23" creationId="{B5F4FBEF-892D-EA9F-6C07-EE05D513D0C7}"/>
          </ac:spMkLst>
        </pc:spChg>
        <pc:spChg chg="add del mod">
          <ac:chgData name="Rene Sánchez" userId="5858d94d3d2bc4ba" providerId="LiveId" clId="{5CD5BA1C-FB50-4E97-BD88-CBBF941FD3E5}" dt="2022-09-30T02:24:06.929" v="365"/>
          <ac:spMkLst>
            <pc:docMk/>
            <pc:sldMk cId="1082910700" sldId="2147170899"/>
            <ac:spMk id="24" creationId="{03C31B67-E7FC-46FC-B2F5-AC3614F4E6B6}"/>
          </ac:spMkLst>
        </pc:spChg>
        <pc:spChg chg="add del mod">
          <ac:chgData name="Rene Sánchez" userId="5858d94d3d2bc4ba" providerId="LiveId" clId="{5CD5BA1C-FB50-4E97-BD88-CBBF941FD3E5}" dt="2022-09-29T15:23:45.596" v="2"/>
          <ac:spMkLst>
            <pc:docMk/>
            <pc:sldMk cId="1082910700" sldId="2147170899"/>
            <ac:spMk id="25" creationId="{400F1217-0340-CE8C-1315-E051CDFE6729}"/>
          </ac:spMkLst>
        </pc:spChg>
        <pc:spChg chg="add del mod">
          <ac:chgData name="Rene Sánchez" userId="5858d94d3d2bc4ba" providerId="LiveId" clId="{5CD5BA1C-FB50-4E97-BD88-CBBF941FD3E5}" dt="2022-09-30T02:24:06.929" v="365"/>
          <ac:spMkLst>
            <pc:docMk/>
            <pc:sldMk cId="1082910700" sldId="2147170899"/>
            <ac:spMk id="25" creationId="{F463F7C3-63F4-4CAB-A03F-F87368D4B225}"/>
          </ac:spMkLst>
        </pc:spChg>
        <pc:spChg chg="add del mod">
          <ac:chgData name="Rene Sánchez" userId="5858d94d3d2bc4ba" providerId="LiveId" clId="{5CD5BA1C-FB50-4E97-BD88-CBBF941FD3E5}" dt="2022-09-29T15:23:45.596" v="2"/>
          <ac:spMkLst>
            <pc:docMk/>
            <pc:sldMk cId="1082910700" sldId="2147170899"/>
            <ac:spMk id="26" creationId="{C06F4052-48C3-4771-8DB4-7A30A81A7404}"/>
          </ac:spMkLst>
        </pc:spChg>
        <pc:spChg chg="add del mod">
          <ac:chgData name="Rene Sánchez" userId="5858d94d3d2bc4ba" providerId="LiveId" clId="{5CD5BA1C-FB50-4E97-BD88-CBBF941FD3E5}" dt="2022-09-30T02:24:06.929" v="365"/>
          <ac:spMkLst>
            <pc:docMk/>
            <pc:sldMk cId="1082910700" sldId="2147170899"/>
            <ac:spMk id="26" creationId="{C1875534-9EF2-441C-BA1D-30DA83A51A42}"/>
          </ac:spMkLst>
        </pc:spChg>
        <pc:spChg chg="add del mod">
          <ac:chgData name="Rene Sánchez" userId="5858d94d3d2bc4ba" providerId="LiveId" clId="{5CD5BA1C-FB50-4E97-BD88-CBBF941FD3E5}" dt="2022-09-30T02:24:06.929" v="365"/>
          <ac:spMkLst>
            <pc:docMk/>
            <pc:sldMk cId="1082910700" sldId="2147170899"/>
            <ac:spMk id="27" creationId="{B624AA2F-1EA6-4443-9D5A-7EFAEC22C210}"/>
          </ac:spMkLst>
        </pc:spChg>
        <pc:spChg chg="add del mod">
          <ac:chgData name="Rene Sánchez" userId="5858d94d3d2bc4ba" providerId="LiveId" clId="{5CD5BA1C-FB50-4E97-BD88-CBBF941FD3E5}" dt="2022-09-30T02:24:06.929" v="365"/>
          <ac:spMkLst>
            <pc:docMk/>
            <pc:sldMk cId="1082910700" sldId="2147170899"/>
            <ac:spMk id="28" creationId="{4C7FE0F1-950F-49D7-B338-982D22AAC065}"/>
          </ac:spMkLst>
        </pc:spChg>
        <pc:spChg chg="add del mod">
          <ac:chgData name="Rene Sánchez" userId="5858d94d3d2bc4ba" providerId="LiveId" clId="{5CD5BA1C-FB50-4E97-BD88-CBBF941FD3E5}" dt="2022-09-29T15:23:45.596" v="2"/>
          <ac:spMkLst>
            <pc:docMk/>
            <pc:sldMk cId="1082910700" sldId="2147170899"/>
            <ac:spMk id="28" creationId="{76332646-15A2-4EE0-A7E1-5BA2C7C7F301}"/>
          </ac:spMkLst>
        </pc:spChg>
        <pc:spChg chg="add del mod">
          <ac:chgData name="Rene Sánchez" userId="5858d94d3d2bc4ba" providerId="LiveId" clId="{5CD5BA1C-FB50-4E97-BD88-CBBF941FD3E5}" dt="2022-09-29T15:23:45.596" v="2"/>
          <ac:spMkLst>
            <pc:docMk/>
            <pc:sldMk cId="1082910700" sldId="2147170899"/>
            <ac:spMk id="29" creationId="{33D6346B-D2FB-4818-B13A-E1ADA879D514}"/>
          </ac:spMkLst>
        </pc:spChg>
        <pc:spChg chg="add del mod">
          <ac:chgData name="Rene Sánchez" userId="5858d94d3d2bc4ba" providerId="LiveId" clId="{5CD5BA1C-FB50-4E97-BD88-CBBF941FD3E5}" dt="2022-09-30T02:24:06.929" v="365"/>
          <ac:spMkLst>
            <pc:docMk/>
            <pc:sldMk cId="1082910700" sldId="2147170899"/>
            <ac:spMk id="29" creationId="{8D56923A-7765-248F-B905-894E864C12D0}"/>
          </ac:spMkLst>
        </pc:spChg>
        <pc:spChg chg="add del mod">
          <ac:chgData name="Rene Sánchez" userId="5858d94d3d2bc4ba" providerId="LiveId" clId="{5CD5BA1C-FB50-4E97-BD88-CBBF941FD3E5}" dt="2022-09-30T02:24:06.929" v="365"/>
          <ac:spMkLst>
            <pc:docMk/>
            <pc:sldMk cId="1082910700" sldId="2147170899"/>
            <ac:spMk id="30" creationId="{7A2C142C-EF26-0C74-4C7E-F97D594B1FA7}"/>
          </ac:spMkLst>
        </pc:spChg>
        <pc:spChg chg="add del mod">
          <ac:chgData name="Rene Sánchez" userId="5858d94d3d2bc4ba" providerId="LiveId" clId="{5CD5BA1C-FB50-4E97-BD88-CBBF941FD3E5}" dt="2022-10-01T00:47:56.497" v="598"/>
          <ac:spMkLst>
            <pc:docMk/>
            <pc:sldMk cId="1082910700" sldId="2147170899"/>
            <ac:spMk id="30" creationId="{CB8D22C1-FDD0-42BD-A9B4-45B59375CC46}"/>
          </ac:spMkLst>
        </pc:spChg>
        <pc:spChg chg="add del mod">
          <ac:chgData name="Rene Sánchez" userId="5858d94d3d2bc4ba" providerId="LiveId" clId="{5CD5BA1C-FB50-4E97-BD88-CBBF941FD3E5}" dt="2022-09-30T02:24:06.929" v="365"/>
          <ac:spMkLst>
            <pc:docMk/>
            <pc:sldMk cId="1082910700" sldId="2147170899"/>
            <ac:spMk id="31" creationId="{2C5622B1-85D7-49BE-B5E6-895E41CE4676}"/>
          </ac:spMkLst>
        </pc:spChg>
        <pc:spChg chg="add del mod">
          <ac:chgData name="Rene Sánchez" userId="5858d94d3d2bc4ba" providerId="LiveId" clId="{5CD5BA1C-FB50-4E97-BD88-CBBF941FD3E5}" dt="2022-10-01T00:47:56.497" v="598"/>
          <ac:spMkLst>
            <pc:docMk/>
            <pc:sldMk cId="1082910700" sldId="2147170899"/>
            <ac:spMk id="31" creationId="{F8D19E3B-90B6-4EA2-B0D8-65E1C6317423}"/>
          </ac:spMkLst>
        </pc:spChg>
        <pc:spChg chg="add del mod">
          <ac:chgData name="Rene Sánchez" userId="5858d94d3d2bc4ba" providerId="LiveId" clId="{5CD5BA1C-FB50-4E97-BD88-CBBF941FD3E5}" dt="2022-09-30T02:24:06.929" v="365"/>
          <ac:spMkLst>
            <pc:docMk/>
            <pc:sldMk cId="1082910700" sldId="2147170899"/>
            <ac:spMk id="32" creationId="{7EDB017A-DF47-4777-ABEB-5A3C232DFDF5}"/>
          </ac:spMkLst>
        </pc:spChg>
        <pc:spChg chg="add del mod">
          <ac:chgData name="Rene Sánchez" userId="5858d94d3d2bc4ba" providerId="LiveId" clId="{5CD5BA1C-FB50-4E97-BD88-CBBF941FD3E5}" dt="2022-10-01T00:47:56.497" v="598"/>
          <ac:spMkLst>
            <pc:docMk/>
            <pc:sldMk cId="1082910700" sldId="2147170899"/>
            <ac:spMk id="32" creationId="{A782C7F1-4D8E-4D6C-B291-BC6F380D5785}"/>
          </ac:spMkLst>
        </pc:spChg>
        <pc:spChg chg="add del mod">
          <ac:chgData name="Rene Sánchez" userId="5858d94d3d2bc4ba" providerId="LiveId" clId="{5CD5BA1C-FB50-4E97-BD88-CBBF941FD3E5}" dt="2022-09-30T02:24:06.929" v="365"/>
          <ac:spMkLst>
            <pc:docMk/>
            <pc:sldMk cId="1082910700" sldId="2147170899"/>
            <ac:spMk id="33" creationId="{16F7C1C5-BE57-410E-95C4-F7F735494122}"/>
          </ac:spMkLst>
        </pc:spChg>
        <pc:spChg chg="add del mod">
          <ac:chgData name="Rene Sánchez" userId="5858d94d3d2bc4ba" providerId="LiveId" clId="{5CD5BA1C-FB50-4E97-BD88-CBBF941FD3E5}" dt="2022-10-01T00:47:56.497" v="598"/>
          <ac:spMkLst>
            <pc:docMk/>
            <pc:sldMk cId="1082910700" sldId="2147170899"/>
            <ac:spMk id="33" creationId="{889550A2-B90F-4616-BC65-67C82BF7784C}"/>
          </ac:spMkLst>
        </pc:spChg>
        <pc:spChg chg="add del mod">
          <ac:chgData name="Rene Sánchez" userId="5858d94d3d2bc4ba" providerId="LiveId" clId="{5CD5BA1C-FB50-4E97-BD88-CBBF941FD3E5}" dt="2022-10-01T00:47:56.497" v="598"/>
          <ac:spMkLst>
            <pc:docMk/>
            <pc:sldMk cId="1082910700" sldId="2147170899"/>
            <ac:spMk id="34" creationId="{6F0AC299-4AD8-45CC-9943-B96CEACA3FF3}"/>
          </ac:spMkLst>
        </pc:spChg>
        <pc:spChg chg="add del mod">
          <ac:chgData name="Rene Sánchez" userId="5858d94d3d2bc4ba" providerId="LiveId" clId="{5CD5BA1C-FB50-4E97-BD88-CBBF941FD3E5}" dt="2022-09-30T02:24:06.929" v="365"/>
          <ac:spMkLst>
            <pc:docMk/>
            <pc:sldMk cId="1082910700" sldId="2147170899"/>
            <ac:spMk id="34" creationId="{AA9442ED-9A71-44FE-95A5-6A5D90DB6A1B}"/>
          </ac:spMkLst>
        </pc:spChg>
        <pc:spChg chg="add del mod">
          <ac:chgData name="Rene Sánchez" userId="5858d94d3d2bc4ba" providerId="LiveId" clId="{5CD5BA1C-FB50-4E97-BD88-CBBF941FD3E5}" dt="2022-09-29T15:23:45.596" v="2"/>
          <ac:spMkLst>
            <pc:docMk/>
            <pc:sldMk cId="1082910700" sldId="2147170899"/>
            <ac:spMk id="34" creationId="{EF1618A3-76D9-62C5-B16C-DD28FBD53DAC}"/>
          </ac:spMkLst>
        </pc:spChg>
        <pc:spChg chg="add del mod">
          <ac:chgData name="Rene Sánchez" userId="5858d94d3d2bc4ba" providerId="LiveId" clId="{5CD5BA1C-FB50-4E97-BD88-CBBF941FD3E5}" dt="2022-09-30T02:24:06.929" v="365"/>
          <ac:spMkLst>
            <pc:docMk/>
            <pc:sldMk cId="1082910700" sldId="2147170899"/>
            <ac:spMk id="35" creationId="{D3D51598-C0E2-4514-A89E-9B58B52B9BFF}"/>
          </ac:spMkLst>
        </pc:spChg>
        <pc:spChg chg="add del mod">
          <ac:chgData name="Rene Sánchez" userId="5858d94d3d2bc4ba" providerId="LiveId" clId="{5CD5BA1C-FB50-4E97-BD88-CBBF941FD3E5}" dt="2022-10-01T00:47:56.497" v="598"/>
          <ac:spMkLst>
            <pc:docMk/>
            <pc:sldMk cId="1082910700" sldId="2147170899"/>
            <ac:spMk id="35" creationId="{E34B6A24-DB61-43B8-9F69-614BB2D8451F}"/>
          </ac:spMkLst>
        </pc:spChg>
        <pc:spChg chg="add del mod">
          <ac:chgData name="Rene Sánchez" userId="5858d94d3d2bc4ba" providerId="LiveId" clId="{5CD5BA1C-FB50-4E97-BD88-CBBF941FD3E5}" dt="2022-09-29T15:23:45.596" v="2"/>
          <ac:spMkLst>
            <pc:docMk/>
            <pc:sldMk cId="1082910700" sldId="2147170899"/>
            <ac:spMk id="36" creationId="{0E134AB9-C12D-9A34-727E-AEEBA4575DC7}"/>
          </ac:spMkLst>
        </pc:spChg>
        <pc:spChg chg="add del mod">
          <ac:chgData name="Rene Sánchez" userId="5858d94d3d2bc4ba" providerId="LiveId" clId="{5CD5BA1C-FB50-4E97-BD88-CBBF941FD3E5}" dt="2022-09-30T02:24:06.929" v="365"/>
          <ac:spMkLst>
            <pc:docMk/>
            <pc:sldMk cId="1082910700" sldId="2147170899"/>
            <ac:spMk id="36" creationId="{4C27276D-50F5-4823-91D3-FF4B85BC4BF6}"/>
          </ac:spMkLst>
        </pc:spChg>
        <pc:spChg chg="add del mod">
          <ac:chgData name="Rene Sánchez" userId="5858d94d3d2bc4ba" providerId="LiveId" clId="{5CD5BA1C-FB50-4E97-BD88-CBBF941FD3E5}" dt="2022-10-01T00:47:56.497" v="598"/>
          <ac:spMkLst>
            <pc:docMk/>
            <pc:sldMk cId="1082910700" sldId="2147170899"/>
            <ac:spMk id="36" creationId="{8B0E37E7-0535-4CFB-9049-F397A85D81A4}"/>
          </ac:spMkLst>
        </pc:spChg>
        <pc:spChg chg="add del mod">
          <ac:chgData name="Rene Sánchez" userId="5858d94d3d2bc4ba" providerId="LiveId" clId="{5CD5BA1C-FB50-4E97-BD88-CBBF941FD3E5}" dt="2022-09-30T02:24:06.929" v="365"/>
          <ac:spMkLst>
            <pc:docMk/>
            <pc:sldMk cId="1082910700" sldId="2147170899"/>
            <ac:spMk id="37" creationId="{1006542D-7B30-4FB8-A5EF-56FF21443427}"/>
          </ac:spMkLst>
        </pc:spChg>
        <pc:spChg chg="add del mod">
          <ac:chgData name="Rene Sánchez" userId="5858d94d3d2bc4ba" providerId="LiveId" clId="{5CD5BA1C-FB50-4E97-BD88-CBBF941FD3E5}" dt="2022-10-01T00:47:56.497" v="598"/>
          <ac:spMkLst>
            <pc:docMk/>
            <pc:sldMk cId="1082910700" sldId="2147170899"/>
            <ac:spMk id="37" creationId="{9ACEC09C-3431-42C5-B32B-C8366DEDFC74}"/>
          </ac:spMkLst>
        </pc:spChg>
        <pc:spChg chg="add del mod">
          <ac:chgData name="Rene Sánchez" userId="5858d94d3d2bc4ba" providerId="LiveId" clId="{5CD5BA1C-FB50-4E97-BD88-CBBF941FD3E5}" dt="2022-10-01T00:47:56.497" v="598"/>
          <ac:spMkLst>
            <pc:docMk/>
            <pc:sldMk cId="1082910700" sldId="2147170899"/>
            <ac:spMk id="38" creationId="{47C17985-A595-4C59-B476-BF4406263E37}"/>
          </ac:spMkLst>
        </pc:spChg>
        <pc:spChg chg="add del mod">
          <ac:chgData name="Rene Sánchez" userId="5858d94d3d2bc4ba" providerId="LiveId" clId="{5CD5BA1C-FB50-4E97-BD88-CBBF941FD3E5}" dt="2022-09-29T15:23:45.596" v="2"/>
          <ac:spMkLst>
            <pc:docMk/>
            <pc:sldMk cId="1082910700" sldId="2147170899"/>
            <ac:spMk id="38" creationId="{4F4C8A76-5214-8316-E508-A50CBDDFECB2}"/>
          </ac:spMkLst>
        </pc:spChg>
        <pc:spChg chg="add del mod">
          <ac:chgData name="Rene Sánchez" userId="5858d94d3d2bc4ba" providerId="LiveId" clId="{5CD5BA1C-FB50-4E97-BD88-CBBF941FD3E5}" dt="2022-09-30T02:24:06.929" v="365"/>
          <ac:spMkLst>
            <pc:docMk/>
            <pc:sldMk cId="1082910700" sldId="2147170899"/>
            <ac:spMk id="38" creationId="{82B617D2-E320-40E0-8318-443273B6EB5B}"/>
          </ac:spMkLst>
        </pc:spChg>
        <pc:spChg chg="add del mod">
          <ac:chgData name="Rene Sánchez" userId="5858d94d3d2bc4ba" providerId="LiveId" clId="{5CD5BA1C-FB50-4E97-BD88-CBBF941FD3E5}" dt="2022-09-29T15:23:45.596" v="2"/>
          <ac:spMkLst>
            <pc:docMk/>
            <pc:sldMk cId="1082910700" sldId="2147170899"/>
            <ac:spMk id="39" creationId="{27608050-8035-FCA5-2FA2-FEF47E29447A}"/>
          </ac:spMkLst>
        </pc:spChg>
        <pc:spChg chg="add del mod">
          <ac:chgData name="Rene Sánchez" userId="5858d94d3d2bc4ba" providerId="LiveId" clId="{5CD5BA1C-FB50-4E97-BD88-CBBF941FD3E5}" dt="2022-09-30T02:24:06.929" v="365"/>
          <ac:spMkLst>
            <pc:docMk/>
            <pc:sldMk cId="1082910700" sldId="2147170899"/>
            <ac:spMk id="39" creationId="{81145569-6E26-4BB2-B0C2-BD6293C0D9D8}"/>
          </ac:spMkLst>
        </pc:spChg>
        <pc:spChg chg="add del mod">
          <ac:chgData name="Rene Sánchez" userId="5858d94d3d2bc4ba" providerId="LiveId" clId="{5CD5BA1C-FB50-4E97-BD88-CBBF941FD3E5}" dt="2022-10-01T00:47:56.497" v="598"/>
          <ac:spMkLst>
            <pc:docMk/>
            <pc:sldMk cId="1082910700" sldId="2147170899"/>
            <ac:spMk id="39" creationId="{B2B502D2-0B7F-49CC-A6DF-8B9599801AE8}"/>
          </ac:spMkLst>
        </pc:spChg>
        <pc:spChg chg="add del mod">
          <ac:chgData name="Rene Sánchez" userId="5858d94d3d2bc4ba" providerId="LiveId" clId="{5CD5BA1C-FB50-4E97-BD88-CBBF941FD3E5}" dt="2022-09-29T15:23:45.596" v="2"/>
          <ac:spMkLst>
            <pc:docMk/>
            <pc:sldMk cId="1082910700" sldId="2147170899"/>
            <ac:spMk id="40" creationId="{21F2547F-616F-4A03-B3ED-D5532BB24B4A}"/>
          </ac:spMkLst>
        </pc:spChg>
        <pc:spChg chg="add del mod">
          <ac:chgData name="Rene Sánchez" userId="5858d94d3d2bc4ba" providerId="LiveId" clId="{5CD5BA1C-FB50-4E97-BD88-CBBF941FD3E5}" dt="2022-09-30T02:24:06.929" v="365"/>
          <ac:spMkLst>
            <pc:docMk/>
            <pc:sldMk cId="1082910700" sldId="2147170899"/>
            <ac:spMk id="40" creationId="{CFA4E9BB-8CF9-4E06-832D-A96F4B0315F0}"/>
          </ac:spMkLst>
        </pc:spChg>
        <pc:spChg chg="add del mod">
          <ac:chgData name="Rene Sánchez" userId="5858d94d3d2bc4ba" providerId="LiveId" clId="{5CD5BA1C-FB50-4E97-BD88-CBBF941FD3E5}" dt="2022-10-01T00:47:56.497" v="598"/>
          <ac:spMkLst>
            <pc:docMk/>
            <pc:sldMk cId="1082910700" sldId="2147170899"/>
            <ac:spMk id="40" creationId="{F9DC230C-DF3A-46FC-84A9-3FAD0BAD1AE5}"/>
          </ac:spMkLst>
        </pc:spChg>
        <pc:spChg chg="add del mod">
          <ac:chgData name="Rene Sánchez" userId="5858d94d3d2bc4ba" providerId="LiveId" clId="{5CD5BA1C-FB50-4E97-BD88-CBBF941FD3E5}" dt="2022-10-01T00:47:56.497" v="598"/>
          <ac:spMkLst>
            <pc:docMk/>
            <pc:sldMk cId="1082910700" sldId="2147170899"/>
            <ac:spMk id="41" creationId="{63628601-07B1-497D-AE04-9A88F9046BDC}"/>
          </ac:spMkLst>
        </pc:spChg>
        <pc:spChg chg="add del mod">
          <ac:chgData name="Rene Sánchez" userId="5858d94d3d2bc4ba" providerId="LiveId" clId="{5CD5BA1C-FB50-4E97-BD88-CBBF941FD3E5}" dt="2022-09-30T02:24:06.929" v="365"/>
          <ac:spMkLst>
            <pc:docMk/>
            <pc:sldMk cId="1082910700" sldId="2147170899"/>
            <ac:spMk id="41" creationId="{65DF2112-C00E-4F19-B7F0-14C9D1C0BD65}"/>
          </ac:spMkLst>
        </pc:spChg>
        <pc:spChg chg="add del mod">
          <ac:chgData name="Rene Sánchez" userId="5858d94d3d2bc4ba" providerId="LiveId" clId="{5CD5BA1C-FB50-4E97-BD88-CBBF941FD3E5}" dt="2022-09-29T15:23:45.596" v="2"/>
          <ac:spMkLst>
            <pc:docMk/>
            <pc:sldMk cId="1082910700" sldId="2147170899"/>
            <ac:spMk id="41" creationId="{B5F4FBEF-892D-EA9F-6C07-EE05D513D0C7}"/>
          </ac:spMkLst>
        </pc:spChg>
        <pc:spChg chg="add del mod">
          <ac:chgData name="Rene Sánchez" userId="5858d94d3d2bc4ba" providerId="LiveId" clId="{5CD5BA1C-FB50-4E97-BD88-CBBF941FD3E5}" dt="2022-09-29T15:23:45.596" v="2"/>
          <ac:spMkLst>
            <pc:docMk/>
            <pc:sldMk cId="1082910700" sldId="2147170899"/>
            <ac:spMk id="42" creationId="{03C31B67-E7FC-46FC-B2F5-AC3614F4E6B6}"/>
          </ac:spMkLst>
        </pc:spChg>
        <pc:spChg chg="add del mod">
          <ac:chgData name="Rene Sánchez" userId="5858d94d3d2bc4ba" providerId="LiveId" clId="{5CD5BA1C-FB50-4E97-BD88-CBBF941FD3E5}" dt="2022-10-01T00:47:56.497" v="598"/>
          <ac:spMkLst>
            <pc:docMk/>
            <pc:sldMk cId="1082910700" sldId="2147170899"/>
            <ac:spMk id="42" creationId="{2B0F2CB7-85A4-4EF3-87CC-C08393B3BE2B}"/>
          </ac:spMkLst>
        </pc:spChg>
        <pc:spChg chg="add del mod">
          <ac:chgData name="Rene Sánchez" userId="5858d94d3d2bc4ba" providerId="LiveId" clId="{5CD5BA1C-FB50-4E97-BD88-CBBF941FD3E5}" dt="2022-09-30T02:24:06.929" v="365"/>
          <ac:spMkLst>
            <pc:docMk/>
            <pc:sldMk cId="1082910700" sldId="2147170899"/>
            <ac:spMk id="43" creationId="{549A125C-A99F-EB74-9D1D-CE2C7FAEC231}"/>
          </ac:spMkLst>
        </pc:spChg>
        <pc:spChg chg="add del mod">
          <ac:chgData name="Rene Sánchez" userId="5858d94d3d2bc4ba" providerId="LiveId" clId="{5CD5BA1C-FB50-4E97-BD88-CBBF941FD3E5}" dt="2022-10-01T00:47:56.497" v="598"/>
          <ac:spMkLst>
            <pc:docMk/>
            <pc:sldMk cId="1082910700" sldId="2147170899"/>
            <ac:spMk id="43" creationId="{9905E40D-8788-4EAB-B94F-56CF48470CB8}"/>
          </ac:spMkLst>
        </pc:spChg>
        <pc:spChg chg="add del mod">
          <ac:chgData name="Rene Sánchez" userId="5858d94d3d2bc4ba" providerId="LiveId" clId="{5CD5BA1C-FB50-4E97-BD88-CBBF941FD3E5}" dt="2022-09-29T15:23:45.596" v="2"/>
          <ac:spMkLst>
            <pc:docMk/>
            <pc:sldMk cId="1082910700" sldId="2147170899"/>
            <ac:spMk id="43" creationId="{F463F7C3-63F4-4CAB-A03F-F87368D4B225}"/>
          </ac:spMkLst>
        </pc:spChg>
        <pc:spChg chg="add del mod">
          <ac:chgData name="Rene Sánchez" userId="5858d94d3d2bc4ba" providerId="LiveId" clId="{5CD5BA1C-FB50-4E97-BD88-CBBF941FD3E5}" dt="2022-10-01T00:47:56.497" v="598"/>
          <ac:spMkLst>
            <pc:docMk/>
            <pc:sldMk cId="1082910700" sldId="2147170899"/>
            <ac:spMk id="44" creationId="{8629065E-0F03-4870-BDD7-29308AB1B783}"/>
          </ac:spMkLst>
        </pc:spChg>
        <pc:spChg chg="add del mod">
          <ac:chgData name="Rene Sánchez" userId="5858d94d3d2bc4ba" providerId="LiveId" clId="{5CD5BA1C-FB50-4E97-BD88-CBBF941FD3E5}" dt="2022-09-29T15:23:45.596" v="2"/>
          <ac:spMkLst>
            <pc:docMk/>
            <pc:sldMk cId="1082910700" sldId="2147170899"/>
            <ac:spMk id="44" creationId="{C1875534-9EF2-441C-BA1D-30DA83A51A42}"/>
          </ac:spMkLst>
        </pc:spChg>
        <pc:spChg chg="add del mod">
          <ac:chgData name="Rene Sánchez" userId="5858d94d3d2bc4ba" providerId="LiveId" clId="{5CD5BA1C-FB50-4E97-BD88-CBBF941FD3E5}" dt="2022-09-30T02:24:06.929" v="365"/>
          <ac:spMkLst>
            <pc:docMk/>
            <pc:sldMk cId="1082910700" sldId="2147170899"/>
            <ac:spMk id="44" creationId="{C2479DD1-DAC1-506F-E5C4-0AFE4FC5195E}"/>
          </ac:spMkLst>
        </pc:spChg>
        <pc:spChg chg="add del mod">
          <ac:chgData name="Rene Sánchez" userId="5858d94d3d2bc4ba" providerId="LiveId" clId="{5CD5BA1C-FB50-4E97-BD88-CBBF941FD3E5}" dt="2022-10-01T00:47:56.497" v="598"/>
          <ac:spMkLst>
            <pc:docMk/>
            <pc:sldMk cId="1082910700" sldId="2147170899"/>
            <ac:spMk id="45" creationId="{89C1005F-665C-41A4-A4AA-B1EB3ABD18C5}"/>
          </ac:spMkLst>
        </pc:spChg>
        <pc:spChg chg="add del mod">
          <ac:chgData name="Rene Sánchez" userId="5858d94d3d2bc4ba" providerId="LiveId" clId="{5CD5BA1C-FB50-4E97-BD88-CBBF941FD3E5}" dt="2022-09-29T15:23:45.596" v="2"/>
          <ac:spMkLst>
            <pc:docMk/>
            <pc:sldMk cId="1082910700" sldId="2147170899"/>
            <ac:spMk id="45" creationId="{B624AA2F-1EA6-4443-9D5A-7EFAEC22C210}"/>
          </ac:spMkLst>
        </pc:spChg>
        <pc:spChg chg="add del mod">
          <ac:chgData name="Rene Sánchez" userId="5858d94d3d2bc4ba" providerId="LiveId" clId="{5CD5BA1C-FB50-4E97-BD88-CBBF941FD3E5}" dt="2022-09-30T02:24:06.929" v="365"/>
          <ac:spMkLst>
            <pc:docMk/>
            <pc:sldMk cId="1082910700" sldId="2147170899"/>
            <ac:spMk id="45" creationId="{F55943C2-DA59-48F6-82FA-964D7C5960CF}"/>
          </ac:spMkLst>
        </pc:spChg>
        <pc:spChg chg="add del mod">
          <ac:chgData name="Rene Sánchez" userId="5858d94d3d2bc4ba" providerId="LiveId" clId="{5CD5BA1C-FB50-4E97-BD88-CBBF941FD3E5}" dt="2022-09-29T15:23:45.596" v="2"/>
          <ac:spMkLst>
            <pc:docMk/>
            <pc:sldMk cId="1082910700" sldId="2147170899"/>
            <ac:spMk id="46" creationId="{4C7FE0F1-950F-49D7-B338-982D22AAC065}"/>
          </ac:spMkLst>
        </pc:spChg>
        <pc:spChg chg="add del mod">
          <ac:chgData name="Rene Sánchez" userId="5858d94d3d2bc4ba" providerId="LiveId" clId="{5CD5BA1C-FB50-4E97-BD88-CBBF941FD3E5}" dt="2022-09-30T02:24:06.929" v="365"/>
          <ac:spMkLst>
            <pc:docMk/>
            <pc:sldMk cId="1082910700" sldId="2147170899"/>
            <ac:spMk id="46" creationId="{A215C469-4C22-1D03-AF95-64746DD07082}"/>
          </ac:spMkLst>
        </pc:spChg>
        <pc:spChg chg="add del mod">
          <ac:chgData name="Rene Sánchez" userId="5858d94d3d2bc4ba" providerId="LiveId" clId="{5CD5BA1C-FB50-4E97-BD88-CBBF941FD3E5}" dt="2022-10-01T00:47:56.497" v="598"/>
          <ac:spMkLst>
            <pc:docMk/>
            <pc:sldMk cId="1082910700" sldId="2147170899"/>
            <ac:spMk id="46" creationId="{BF23950D-2FF3-48CB-9608-FF099C1DF1A0}"/>
          </ac:spMkLst>
        </pc:spChg>
        <pc:spChg chg="add del mod">
          <ac:chgData name="Rene Sánchez" userId="5858d94d3d2bc4ba" providerId="LiveId" clId="{5CD5BA1C-FB50-4E97-BD88-CBBF941FD3E5}" dt="2022-10-01T00:47:56.497" v="598"/>
          <ac:spMkLst>
            <pc:docMk/>
            <pc:sldMk cId="1082910700" sldId="2147170899"/>
            <ac:spMk id="47" creationId="{13DE0330-33B0-487B-88B7-DB810A50ED9E}"/>
          </ac:spMkLst>
        </pc:spChg>
        <pc:spChg chg="add del mod">
          <ac:chgData name="Rene Sánchez" userId="5858d94d3d2bc4ba" providerId="LiveId" clId="{5CD5BA1C-FB50-4E97-BD88-CBBF941FD3E5}" dt="2022-09-30T02:24:06.929" v="365"/>
          <ac:spMkLst>
            <pc:docMk/>
            <pc:sldMk cId="1082910700" sldId="2147170899"/>
            <ac:spMk id="47" creationId="{174426D8-9707-0AB4-7544-B76AD2570FE0}"/>
          </ac:spMkLst>
        </pc:spChg>
        <pc:spChg chg="add del mod">
          <ac:chgData name="Rene Sánchez" userId="5858d94d3d2bc4ba" providerId="LiveId" clId="{5CD5BA1C-FB50-4E97-BD88-CBBF941FD3E5}" dt="2022-09-29T15:23:45.596" v="2"/>
          <ac:spMkLst>
            <pc:docMk/>
            <pc:sldMk cId="1082910700" sldId="2147170899"/>
            <ac:spMk id="47" creationId="{8D56923A-7765-248F-B905-894E864C12D0}"/>
          </ac:spMkLst>
        </pc:spChg>
        <pc:spChg chg="add del mod">
          <ac:chgData name="Rene Sánchez" userId="5858d94d3d2bc4ba" providerId="LiveId" clId="{5CD5BA1C-FB50-4E97-BD88-CBBF941FD3E5}" dt="2022-10-01T00:47:56.497" v="598"/>
          <ac:spMkLst>
            <pc:docMk/>
            <pc:sldMk cId="1082910700" sldId="2147170899"/>
            <ac:spMk id="48" creationId="{452CFCA7-BEE8-487F-97B2-C67403F31605}"/>
          </ac:spMkLst>
        </pc:spChg>
        <pc:spChg chg="add del mod">
          <ac:chgData name="Rene Sánchez" userId="5858d94d3d2bc4ba" providerId="LiveId" clId="{5CD5BA1C-FB50-4E97-BD88-CBBF941FD3E5}" dt="2022-09-30T02:24:06.929" v="365"/>
          <ac:spMkLst>
            <pc:docMk/>
            <pc:sldMk cId="1082910700" sldId="2147170899"/>
            <ac:spMk id="48" creationId="{646026F3-0039-8C19-7134-D65CE17247F9}"/>
          </ac:spMkLst>
        </pc:spChg>
        <pc:spChg chg="add del mod">
          <ac:chgData name="Rene Sánchez" userId="5858d94d3d2bc4ba" providerId="LiveId" clId="{5CD5BA1C-FB50-4E97-BD88-CBBF941FD3E5}" dt="2022-09-29T15:23:45.596" v="2"/>
          <ac:spMkLst>
            <pc:docMk/>
            <pc:sldMk cId="1082910700" sldId="2147170899"/>
            <ac:spMk id="48" creationId="{7A2C142C-EF26-0C74-4C7E-F97D594B1FA7}"/>
          </ac:spMkLst>
        </pc:spChg>
        <pc:spChg chg="add del mod">
          <ac:chgData name="Rene Sánchez" userId="5858d94d3d2bc4ba" providerId="LiveId" clId="{5CD5BA1C-FB50-4E97-BD88-CBBF941FD3E5}" dt="2022-09-29T15:23:45.596" v="2"/>
          <ac:spMkLst>
            <pc:docMk/>
            <pc:sldMk cId="1082910700" sldId="2147170899"/>
            <ac:spMk id="49" creationId="{2C5622B1-85D7-49BE-B5E6-895E41CE4676}"/>
          </ac:spMkLst>
        </pc:spChg>
        <pc:spChg chg="add del mod">
          <ac:chgData name="Rene Sánchez" userId="5858d94d3d2bc4ba" providerId="LiveId" clId="{5CD5BA1C-FB50-4E97-BD88-CBBF941FD3E5}" dt="2022-10-01T00:47:56.497" v="598"/>
          <ac:spMkLst>
            <pc:docMk/>
            <pc:sldMk cId="1082910700" sldId="2147170899"/>
            <ac:spMk id="50" creationId="{48F51779-FF9D-4189-B036-DE3A6E53D574}"/>
          </ac:spMkLst>
        </pc:spChg>
        <pc:spChg chg="add del mod">
          <ac:chgData name="Rene Sánchez" userId="5858d94d3d2bc4ba" providerId="LiveId" clId="{5CD5BA1C-FB50-4E97-BD88-CBBF941FD3E5}" dt="2022-09-29T15:23:45.596" v="2"/>
          <ac:spMkLst>
            <pc:docMk/>
            <pc:sldMk cId="1082910700" sldId="2147170899"/>
            <ac:spMk id="50" creationId="{7EDB017A-DF47-4777-ABEB-5A3C232DFDF5}"/>
          </ac:spMkLst>
        </pc:spChg>
        <pc:spChg chg="add del mod">
          <ac:chgData name="Rene Sánchez" userId="5858d94d3d2bc4ba" providerId="LiveId" clId="{5CD5BA1C-FB50-4E97-BD88-CBBF941FD3E5}" dt="2022-09-29T15:23:45.596" v="2"/>
          <ac:spMkLst>
            <pc:docMk/>
            <pc:sldMk cId="1082910700" sldId="2147170899"/>
            <ac:spMk id="53" creationId="{16F7C1C5-BE57-410E-95C4-F7F735494122}"/>
          </ac:spMkLst>
        </pc:spChg>
        <pc:spChg chg="add del mod">
          <ac:chgData name="Rene Sánchez" userId="5858d94d3d2bc4ba" providerId="LiveId" clId="{5CD5BA1C-FB50-4E97-BD88-CBBF941FD3E5}" dt="2022-10-01T00:47:56.497" v="598"/>
          <ac:spMkLst>
            <pc:docMk/>
            <pc:sldMk cId="1082910700" sldId="2147170899"/>
            <ac:spMk id="53" creationId="{8070F552-CB7E-49B6-BB85-4920D43E54D2}"/>
          </ac:spMkLst>
        </pc:spChg>
        <pc:spChg chg="add del mod">
          <ac:chgData name="Rene Sánchez" userId="5858d94d3d2bc4ba" providerId="LiveId" clId="{5CD5BA1C-FB50-4E97-BD88-CBBF941FD3E5}" dt="2022-09-29T15:23:45.596" v="2"/>
          <ac:spMkLst>
            <pc:docMk/>
            <pc:sldMk cId="1082910700" sldId="2147170899"/>
            <ac:spMk id="54" creationId="{AA9442ED-9A71-44FE-95A5-6A5D90DB6A1B}"/>
          </ac:spMkLst>
        </pc:spChg>
        <pc:spChg chg="add del mod">
          <ac:chgData name="Rene Sánchez" userId="5858d94d3d2bc4ba" providerId="LiveId" clId="{5CD5BA1C-FB50-4E97-BD88-CBBF941FD3E5}" dt="2022-09-29T15:23:45.596" v="2"/>
          <ac:spMkLst>
            <pc:docMk/>
            <pc:sldMk cId="1082910700" sldId="2147170899"/>
            <ac:spMk id="55" creationId="{D3D51598-C0E2-4514-A89E-9B58B52B9BFF}"/>
          </ac:spMkLst>
        </pc:spChg>
        <pc:spChg chg="add del mod">
          <ac:chgData name="Rene Sánchez" userId="5858d94d3d2bc4ba" providerId="LiveId" clId="{5CD5BA1C-FB50-4E97-BD88-CBBF941FD3E5}" dt="2022-09-29T15:23:45.596" v="2"/>
          <ac:spMkLst>
            <pc:docMk/>
            <pc:sldMk cId="1082910700" sldId="2147170899"/>
            <ac:spMk id="56" creationId="{4C27276D-50F5-4823-91D3-FF4B85BC4BF6}"/>
          </ac:spMkLst>
        </pc:spChg>
        <pc:spChg chg="add del mod">
          <ac:chgData name="Rene Sánchez" userId="5858d94d3d2bc4ba" providerId="LiveId" clId="{5CD5BA1C-FB50-4E97-BD88-CBBF941FD3E5}" dt="2022-09-29T15:23:45.596" v="2"/>
          <ac:spMkLst>
            <pc:docMk/>
            <pc:sldMk cId="1082910700" sldId="2147170899"/>
            <ac:spMk id="57" creationId="{1006542D-7B30-4FB8-A5EF-56FF21443427}"/>
          </ac:spMkLst>
        </pc:spChg>
        <pc:spChg chg="add del mod">
          <ac:chgData name="Rene Sánchez" userId="5858d94d3d2bc4ba" providerId="LiveId" clId="{5CD5BA1C-FB50-4E97-BD88-CBBF941FD3E5}" dt="2022-09-29T15:23:45.596" v="2"/>
          <ac:spMkLst>
            <pc:docMk/>
            <pc:sldMk cId="1082910700" sldId="2147170899"/>
            <ac:spMk id="58" creationId="{82B617D2-E320-40E0-8318-443273B6EB5B}"/>
          </ac:spMkLst>
        </pc:spChg>
        <pc:spChg chg="add del mod">
          <ac:chgData name="Rene Sánchez" userId="5858d94d3d2bc4ba" providerId="LiveId" clId="{5CD5BA1C-FB50-4E97-BD88-CBBF941FD3E5}" dt="2022-09-29T15:23:45.596" v="2"/>
          <ac:spMkLst>
            <pc:docMk/>
            <pc:sldMk cId="1082910700" sldId="2147170899"/>
            <ac:spMk id="59" creationId="{81145569-6E26-4BB2-B0C2-BD6293C0D9D8}"/>
          </ac:spMkLst>
        </pc:spChg>
        <pc:spChg chg="add del mod">
          <ac:chgData name="Rene Sánchez" userId="5858d94d3d2bc4ba" providerId="LiveId" clId="{5CD5BA1C-FB50-4E97-BD88-CBBF941FD3E5}" dt="2022-09-29T15:23:45.596" v="2"/>
          <ac:spMkLst>
            <pc:docMk/>
            <pc:sldMk cId="1082910700" sldId="2147170899"/>
            <ac:spMk id="60" creationId="{CFA4E9BB-8CF9-4E06-832D-A96F4B0315F0}"/>
          </ac:spMkLst>
        </pc:spChg>
        <pc:spChg chg="add del mod">
          <ac:chgData name="Rene Sánchez" userId="5858d94d3d2bc4ba" providerId="LiveId" clId="{5CD5BA1C-FB50-4E97-BD88-CBBF941FD3E5}" dt="2022-09-29T15:23:45.596" v="2"/>
          <ac:spMkLst>
            <pc:docMk/>
            <pc:sldMk cId="1082910700" sldId="2147170899"/>
            <ac:spMk id="61" creationId="{65DF2112-C00E-4F19-B7F0-14C9D1C0BD65}"/>
          </ac:spMkLst>
        </pc:spChg>
        <pc:graphicFrameChg chg="add del mod">
          <ac:chgData name="Rene Sánchez" userId="5858d94d3d2bc4ba" providerId="LiveId" clId="{5CD5BA1C-FB50-4E97-BD88-CBBF941FD3E5}" dt="2022-10-01T00:47:56.497" v="598"/>
          <ac:graphicFrameMkLst>
            <pc:docMk/>
            <pc:sldMk cId="1082910700" sldId="2147170899"/>
            <ac:graphicFrameMk id="2" creationId="{552DA916-69A1-E217-3584-AD21E240C104}"/>
          </ac:graphicFrameMkLst>
        </pc:graphicFrameChg>
        <pc:graphicFrameChg chg="add del mod">
          <ac:chgData name="Rene Sánchez" userId="5858d94d3d2bc4ba" providerId="LiveId" clId="{5CD5BA1C-FB50-4E97-BD88-CBBF941FD3E5}" dt="2022-09-30T02:24:06.929" v="365"/>
          <ac:graphicFrameMkLst>
            <pc:docMk/>
            <pc:sldMk cId="1082910700" sldId="2147170899"/>
            <ac:graphicFrameMk id="3" creationId="{6EA0BC2D-05FB-E9A1-B96D-9FAD42A25930}"/>
          </ac:graphicFrameMkLst>
        </pc:graphicFrameChg>
        <pc:graphicFrameChg chg="add del mod">
          <ac:chgData name="Rene Sánchez" userId="5858d94d3d2bc4ba" providerId="LiveId" clId="{5CD5BA1C-FB50-4E97-BD88-CBBF941FD3E5}" dt="2022-09-30T02:24:06.929" v="365"/>
          <ac:graphicFrameMkLst>
            <pc:docMk/>
            <pc:sldMk cId="1082910700" sldId="2147170899"/>
            <ac:graphicFrameMk id="4" creationId="{CE2BF43E-D900-6847-A470-B8DB38D1B3EF}"/>
          </ac:graphicFrameMkLst>
        </pc:graphicFrameChg>
        <pc:graphicFrameChg chg="add del mod">
          <ac:chgData name="Rene Sánchez" userId="5858d94d3d2bc4ba" providerId="LiveId" clId="{5CD5BA1C-FB50-4E97-BD88-CBBF941FD3E5}" dt="2022-09-30T02:24:06.929" v="365"/>
          <ac:graphicFrameMkLst>
            <pc:docMk/>
            <pc:sldMk cId="1082910700" sldId="2147170899"/>
            <ac:graphicFrameMk id="7" creationId="{FE9D0589-3A8D-36F2-58FF-D89E3FDEDC28}"/>
          </ac:graphicFrameMkLst>
        </pc:graphicFrameChg>
        <pc:graphicFrameChg chg="add del mod">
          <ac:chgData name="Rene Sánchez" userId="5858d94d3d2bc4ba" providerId="LiveId" clId="{5CD5BA1C-FB50-4E97-BD88-CBBF941FD3E5}" dt="2022-09-30T02:24:06.929" v="365"/>
          <ac:graphicFrameMkLst>
            <pc:docMk/>
            <pc:sldMk cId="1082910700" sldId="2147170899"/>
            <ac:graphicFrameMk id="10" creationId="{3A7EE850-26DC-EFE8-3443-32362FEC3EFD}"/>
          </ac:graphicFrameMkLst>
        </pc:graphicFrameChg>
        <pc:graphicFrameChg chg="add del mod">
          <ac:chgData name="Rene Sánchez" userId="5858d94d3d2bc4ba" providerId="LiveId" clId="{5CD5BA1C-FB50-4E97-BD88-CBBF941FD3E5}" dt="2022-09-30T02:24:06.929" v="365"/>
          <ac:graphicFrameMkLst>
            <pc:docMk/>
            <pc:sldMk cId="1082910700" sldId="2147170899"/>
            <ac:graphicFrameMk id="13" creationId="{ED326279-620E-BB69-6AF8-C9C984E7EDD6}"/>
          </ac:graphicFrameMkLst>
        </pc:graphicFrameChg>
        <pc:graphicFrameChg chg="add del mod">
          <ac:chgData name="Rene Sánchez" userId="5858d94d3d2bc4ba" providerId="LiveId" clId="{5CD5BA1C-FB50-4E97-BD88-CBBF941FD3E5}" dt="2022-09-30T02:24:06.929" v="365"/>
          <ac:graphicFrameMkLst>
            <pc:docMk/>
            <pc:sldMk cId="1082910700" sldId="2147170899"/>
            <ac:graphicFrameMk id="14" creationId="{51E7C71E-EABC-A51D-1E11-0DFD0BA0FE2B}"/>
          </ac:graphicFrameMkLst>
        </pc:graphicFrameChg>
        <pc:graphicFrameChg chg="add del mod">
          <ac:chgData name="Rene Sánchez" userId="5858d94d3d2bc4ba" providerId="LiveId" clId="{5CD5BA1C-FB50-4E97-BD88-CBBF941FD3E5}" dt="2022-09-30T02:24:06.929" v="365"/>
          <ac:graphicFrameMkLst>
            <pc:docMk/>
            <pc:sldMk cId="1082910700" sldId="2147170899"/>
            <ac:graphicFrameMk id="18" creationId="{7C3C99F8-A0E3-025E-74F4-D3ACF211F1A8}"/>
          </ac:graphicFrameMkLst>
        </pc:graphicFrameChg>
        <pc:graphicFrameChg chg="add del mod">
          <ac:chgData name="Rene Sánchez" userId="5858d94d3d2bc4ba" providerId="LiveId" clId="{5CD5BA1C-FB50-4E97-BD88-CBBF941FD3E5}" dt="2022-09-29T15:23:45.596" v="2"/>
          <ac:graphicFrameMkLst>
            <pc:docMk/>
            <pc:sldMk cId="1082910700" sldId="2147170899"/>
            <ac:graphicFrameMk id="23" creationId="{D27317BB-78A7-6D59-EDDB-D13A9CF60273}"/>
          </ac:graphicFrameMkLst>
        </pc:graphicFrameChg>
        <pc:graphicFrameChg chg="add del mod">
          <ac:chgData name="Rene Sánchez" userId="5858d94d3d2bc4ba" providerId="LiveId" clId="{5CD5BA1C-FB50-4E97-BD88-CBBF941FD3E5}" dt="2022-09-29T15:23:45.596" v="2"/>
          <ac:graphicFrameMkLst>
            <pc:docMk/>
            <pc:sldMk cId="1082910700" sldId="2147170899"/>
            <ac:graphicFrameMk id="24" creationId="{CE2BF43E-D900-6847-A470-B8DB38D1B3EF}"/>
          </ac:graphicFrameMkLst>
        </pc:graphicFrameChg>
        <pc:graphicFrameChg chg="add del mod">
          <ac:chgData name="Rene Sánchez" userId="5858d94d3d2bc4ba" providerId="LiveId" clId="{5CD5BA1C-FB50-4E97-BD88-CBBF941FD3E5}" dt="2022-09-29T15:23:45.596" v="2"/>
          <ac:graphicFrameMkLst>
            <pc:docMk/>
            <pc:sldMk cId="1082910700" sldId="2147170899"/>
            <ac:graphicFrameMk id="27" creationId="{FE9D0589-3A8D-36F2-58FF-D89E3FDEDC28}"/>
          </ac:graphicFrameMkLst>
        </pc:graphicFrameChg>
        <pc:graphicFrameChg chg="add del mod">
          <ac:chgData name="Rene Sánchez" userId="5858d94d3d2bc4ba" providerId="LiveId" clId="{5CD5BA1C-FB50-4E97-BD88-CBBF941FD3E5}" dt="2022-09-29T15:23:45.596" v="2"/>
          <ac:graphicFrameMkLst>
            <pc:docMk/>
            <pc:sldMk cId="1082910700" sldId="2147170899"/>
            <ac:graphicFrameMk id="30" creationId="{3A7EE850-26DC-EFE8-3443-32362FEC3EFD}"/>
          </ac:graphicFrameMkLst>
        </pc:graphicFrameChg>
        <pc:graphicFrameChg chg="add del mod">
          <ac:chgData name="Rene Sánchez" userId="5858d94d3d2bc4ba" providerId="LiveId" clId="{5CD5BA1C-FB50-4E97-BD88-CBBF941FD3E5}" dt="2022-09-29T15:23:45.596" v="2"/>
          <ac:graphicFrameMkLst>
            <pc:docMk/>
            <pc:sldMk cId="1082910700" sldId="2147170899"/>
            <ac:graphicFrameMk id="31" creationId="{ED326279-620E-BB69-6AF8-C9C984E7EDD6}"/>
          </ac:graphicFrameMkLst>
        </pc:graphicFrameChg>
        <pc:graphicFrameChg chg="add del mod">
          <ac:chgData name="Rene Sánchez" userId="5858d94d3d2bc4ba" providerId="LiveId" clId="{5CD5BA1C-FB50-4E97-BD88-CBBF941FD3E5}" dt="2022-09-29T15:23:45.596" v="2"/>
          <ac:graphicFrameMkLst>
            <pc:docMk/>
            <pc:sldMk cId="1082910700" sldId="2147170899"/>
            <ac:graphicFrameMk id="32" creationId="{51E7C71E-EABC-A51D-1E11-0DFD0BA0FE2B}"/>
          </ac:graphicFrameMkLst>
        </pc:graphicFrameChg>
        <pc:graphicFrameChg chg="add del mod">
          <ac:chgData name="Rene Sánchez" userId="5858d94d3d2bc4ba" providerId="LiveId" clId="{5CD5BA1C-FB50-4E97-BD88-CBBF941FD3E5}" dt="2022-09-29T15:23:45.596" v="2"/>
          <ac:graphicFrameMkLst>
            <pc:docMk/>
            <pc:sldMk cId="1082910700" sldId="2147170899"/>
            <ac:graphicFrameMk id="35" creationId="{7C3C99F8-A0E3-025E-74F4-D3ACF211F1A8}"/>
          </ac:graphicFrameMkLst>
        </pc:graphicFrameChg>
        <pc:graphicFrameChg chg="add del mod">
          <ac:chgData name="Rene Sánchez" userId="5858d94d3d2bc4ba" providerId="LiveId" clId="{5CD5BA1C-FB50-4E97-BD88-CBBF941FD3E5}" dt="2022-10-01T00:47:50.109" v="596" actId="478"/>
          <ac:graphicFrameMkLst>
            <pc:docMk/>
            <pc:sldMk cId="1082910700" sldId="2147170899"/>
            <ac:graphicFrameMk id="49" creationId="{CD8F5C4D-F9D6-3090-7A0D-8885D8F6AC92}"/>
          </ac:graphicFrameMkLst>
        </pc:graphicFrameChg>
        <pc:picChg chg="add del mod">
          <ac:chgData name="Rene Sánchez" userId="5858d94d3d2bc4ba" providerId="LiveId" clId="{5CD5BA1C-FB50-4E97-BD88-CBBF941FD3E5}" dt="2022-09-30T02:24:01.918" v="363" actId="478"/>
          <ac:picMkLst>
            <pc:docMk/>
            <pc:sldMk cId="1082910700" sldId="2147170899"/>
            <ac:picMk id="2" creationId="{ECF94327-3E2A-778E-638D-A35A8354F45C}"/>
          </ac:picMkLst>
        </pc:picChg>
        <pc:picChg chg="add del mod">
          <ac:chgData name="Rene Sánchez" userId="5858d94d3d2bc4ba" providerId="LiveId" clId="{5CD5BA1C-FB50-4E97-BD88-CBBF941FD3E5}" dt="2022-09-30T02:24:06.929" v="365"/>
          <ac:picMkLst>
            <pc:docMk/>
            <pc:sldMk cId="1082910700" sldId="2147170899"/>
            <ac:picMk id="15" creationId="{0E8F9435-6B02-2958-EC42-14601B448350}"/>
          </ac:picMkLst>
        </pc:picChg>
        <pc:picChg chg="del">
          <ac:chgData name="Rene Sánchez" userId="5858d94d3d2bc4ba" providerId="LiveId" clId="{5CD5BA1C-FB50-4E97-BD88-CBBF941FD3E5}" dt="2022-09-29T15:23:40.187" v="0" actId="478"/>
          <ac:picMkLst>
            <pc:docMk/>
            <pc:sldMk cId="1082910700" sldId="2147170899"/>
            <ac:picMk id="22" creationId="{CFEE0FC5-808B-FD84-54C1-29CD6936EE35}"/>
          </ac:picMkLst>
        </pc:picChg>
        <pc:picChg chg="add del mod">
          <ac:chgData name="Rene Sánchez" userId="5858d94d3d2bc4ba" providerId="LiveId" clId="{5CD5BA1C-FB50-4E97-BD88-CBBF941FD3E5}" dt="2022-09-29T15:23:45.596" v="2"/>
          <ac:picMkLst>
            <pc:docMk/>
            <pc:sldMk cId="1082910700" sldId="2147170899"/>
            <ac:picMk id="33" creationId="{0E8F9435-6B02-2958-EC42-14601B448350}"/>
          </ac:picMkLst>
        </pc:picChg>
        <pc:picChg chg="add mod">
          <ac:chgData name="Rene Sánchez" userId="5858d94d3d2bc4ba" providerId="LiveId" clId="{5CD5BA1C-FB50-4E97-BD88-CBBF941FD3E5}" dt="2022-10-01T00:48:48.010" v="602" actId="14100"/>
          <ac:picMkLst>
            <pc:docMk/>
            <pc:sldMk cId="1082910700" sldId="2147170899"/>
            <ac:picMk id="54" creationId="{B117A496-FFF0-E950-E104-108D010C0B55}"/>
          </ac:picMkLst>
        </pc:picChg>
        <pc:picChg chg="add del mod">
          <ac:chgData name="Rene Sánchez" userId="5858d94d3d2bc4ba" providerId="LiveId" clId="{5CD5BA1C-FB50-4E97-BD88-CBBF941FD3E5}" dt="2022-09-30T02:07:39.981" v="350" actId="478"/>
          <ac:picMkLst>
            <pc:docMk/>
            <pc:sldMk cId="1082910700" sldId="2147170899"/>
            <ac:picMk id="62" creationId="{66BE427B-B89F-F360-EB3E-6BF122D266D2}"/>
          </ac:picMkLst>
        </pc:picChg>
        <pc:cxnChg chg="add del mod">
          <ac:chgData name="Rene Sánchez" userId="5858d94d3d2bc4ba" providerId="LiveId" clId="{5CD5BA1C-FB50-4E97-BD88-CBBF941FD3E5}" dt="2022-10-01T00:47:56.497" v="598"/>
          <ac:cxnSpMkLst>
            <pc:docMk/>
            <pc:sldMk cId="1082910700" sldId="2147170899"/>
            <ac:cxnSpMk id="22" creationId="{47C3C17C-2400-BAF0-709C-131416825ECB}"/>
          </ac:cxnSpMkLst>
        </pc:cxnChg>
        <pc:cxnChg chg="add del mod">
          <ac:chgData name="Rene Sánchez" userId="5858d94d3d2bc4ba" providerId="LiveId" clId="{5CD5BA1C-FB50-4E97-BD88-CBBF941FD3E5}" dt="2022-10-01T00:47:56.497" v="598"/>
          <ac:cxnSpMkLst>
            <pc:docMk/>
            <pc:sldMk cId="1082910700" sldId="2147170899"/>
            <ac:cxnSpMk id="23" creationId="{1F4AF6D5-C131-4E96-A1B5-DFC0665D2D1B}"/>
          </ac:cxnSpMkLst>
        </pc:cxnChg>
        <pc:cxnChg chg="add del mod">
          <ac:chgData name="Rene Sánchez" userId="5858d94d3d2bc4ba" providerId="LiveId" clId="{5CD5BA1C-FB50-4E97-BD88-CBBF941FD3E5}" dt="2022-10-01T00:47:56.497" v="598"/>
          <ac:cxnSpMkLst>
            <pc:docMk/>
            <pc:sldMk cId="1082910700" sldId="2147170899"/>
            <ac:cxnSpMk id="24" creationId="{7EAFDC2F-70B0-44B1-8ED4-63F386848114}"/>
          </ac:cxnSpMkLst>
        </pc:cxnChg>
        <pc:cxnChg chg="add del mod">
          <ac:chgData name="Rene Sánchez" userId="5858d94d3d2bc4ba" providerId="LiveId" clId="{5CD5BA1C-FB50-4E97-BD88-CBBF941FD3E5}" dt="2022-10-01T00:47:56.497" v="598"/>
          <ac:cxnSpMkLst>
            <pc:docMk/>
            <pc:sldMk cId="1082910700" sldId="2147170899"/>
            <ac:cxnSpMk id="25" creationId="{6802B0DB-CD57-440B-87C7-723449F3DB0C}"/>
          </ac:cxnSpMkLst>
        </pc:cxnChg>
        <pc:cxnChg chg="add del mod">
          <ac:chgData name="Rene Sánchez" userId="5858d94d3d2bc4ba" providerId="LiveId" clId="{5CD5BA1C-FB50-4E97-BD88-CBBF941FD3E5}" dt="2022-10-01T00:47:56.497" v="598"/>
          <ac:cxnSpMkLst>
            <pc:docMk/>
            <pc:sldMk cId="1082910700" sldId="2147170899"/>
            <ac:cxnSpMk id="26" creationId="{CCF55724-BA27-4E6E-9E79-ECCC28641305}"/>
          </ac:cxnSpMkLst>
        </pc:cxnChg>
        <pc:cxnChg chg="add del mod">
          <ac:chgData name="Rene Sánchez" userId="5858d94d3d2bc4ba" providerId="LiveId" clId="{5CD5BA1C-FB50-4E97-BD88-CBBF941FD3E5}" dt="2022-10-01T00:47:56.497" v="598"/>
          <ac:cxnSpMkLst>
            <pc:docMk/>
            <pc:sldMk cId="1082910700" sldId="2147170899"/>
            <ac:cxnSpMk id="27" creationId="{EE036590-7C1B-4CAB-AB05-F0794F51C68B}"/>
          </ac:cxnSpMkLst>
        </pc:cxnChg>
        <pc:cxnChg chg="add del mod">
          <ac:chgData name="Rene Sánchez" userId="5858d94d3d2bc4ba" providerId="LiveId" clId="{5CD5BA1C-FB50-4E97-BD88-CBBF941FD3E5}" dt="2022-10-01T00:47:56.497" v="598"/>
          <ac:cxnSpMkLst>
            <pc:docMk/>
            <pc:sldMk cId="1082910700" sldId="2147170899"/>
            <ac:cxnSpMk id="28" creationId="{88E6AD5D-93B2-407F-9134-F6E948233A0A}"/>
          </ac:cxnSpMkLst>
        </pc:cxnChg>
        <pc:cxnChg chg="add del mod">
          <ac:chgData name="Rene Sánchez" userId="5858d94d3d2bc4ba" providerId="LiveId" clId="{5CD5BA1C-FB50-4E97-BD88-CBBF941FD3E5}" dt="2022-10-01T00:47:56.497" v="598"/>
          <ac:cxnSpMkLst>
            <pc:docMk/>
            <pc:sldMk cId="1082910700" sldId="2147170899"/>
            <ac:cxnSpMk id="29" creationId="{0BD5467B-4E3A-4EE2-AD3B-DCB8A3D1BC84}"/>
          </ac:cxnSpMkLst>
        </pc:cxnChg>
        <pc:cxnChg chg="add del mod">
          <ac:chgData name="Rene Sánchez" userId="5858d94d3d2bc4ba" providerId="LiveId" clId="{5CD5BA1C-FB50-4E97-BD88-CBBF941FD3E5}" dt="2022-09-29T15:23:45.596" v="2"/>
          <ac:cxnSpMkLst>
            <pc:docMk/>
            <pc:sldMk cId="1082910700" sldId="2147170899"/>
            <ac:cxnSpMk id="37" creationId="{71B80CF9-B050-8F8B-4059-A1E8FDE5FAC0}"/>
          </ac:cxnSpMkLst>
        </pc:cxnChg>
        <pc:cxnChg chg="add del mod">
          <ac:chgData name="Rene Sánchez" userId="5858d94d3d2bc4ba" providerId="LiveId" clId="{5CD5BA1C-FB50-4E97-BD88-CBBF941FD3E5}" dt="2022-09-30T02:24:06.929" v="365"/>
          <ac:cxnSpMkLst>
            <pc:docMk/>
            <pc:sldMk cId="1082910700" sldId="2147170899"/>
            <ac:cxnSpMk id="42" creationId="{68CF4FB4-DD9F-E4A3-AEE0-6EBA3852EC99}"/>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555788-C38F-45FA-BAB2-66DD467C5A56}" type="datetimeFigureOut">
              <a:rPr lang="es-MX" smtClean="0"/>
              <a:t>17/12/2025</a:t>
            </a:fld>
            <a:endParaRPr lang="es-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655ADE-DBD1-4A4B-8C9B-8617AD232E89}" type="slidenum">
              <a:rPr lang="es-MX" smtClean="0"/>
              <a:t>‹#›</a:t>
            </a:fld>
            <a:endParaRPr lang="es-MX"/>
          </a:p>
        </p:txBody>
      </p:sp>
    </p:spTree>
    <p:extLst>
      <p:ext uri="{BB962C8B-B14F-4D97-AF65-F5344CB8AC3E}">
        <p14:creationId xmlns:p14="http://schemas.microsoft.com/office/powerpoint/2010/main" val="3754458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fld id="{BC655ADE-DBD1-4A4B-8C9B-8617AD232E89}" type="slidenum">
              <a:rPr lang="es-MX" smtClean="0"/>
              <a:t>1</a:t>
            </a:fld>
            <a:endParaRPr lang="es-MX"/>
          </a:p>
        </p:txBody>
      </p:sp>
    </p:spTree>
    <p:extLst>
      <p:ext uri="{BB962C8B-B14F-4D97-AF65-F5344CB8AC3E}">
        <p14:creationId xmlns:p14="http://schemas.microsoft.com/office/powerpoint/2010/main" val="1889640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MX"/>
          </a:p>
        </p:txBody>
      </p:sp>
    </p:spTree>
    <p:extLst>
      <p:ext uri="{BB962C8B-B14F-4D97-AF65-F5344CB8AC3E}">
        <p14:creationId xmlns:p14="http://schemas.microsoft.com/office/powerpoint/2010/main" val="30374435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MX"/>
          </a:p>
        </p:txBody>
      </p:sp>
    </p:spTree>
    <p:extLst>
      <p:ext uri="{BB962C8B-B14F-4D97-AF65-F5344CB8AC3E}">
        <p14:creationId xmlns:p14="http://schemas.microsoft.com/office/powerpoint/2010/main" val="41835423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MX"/>
          </a:p>
        </p:txBody>
      </p:sp>
    </p:spTree>
    <p:extLst>
      <p:ext uri="{BB962C8B-B14F-4D97-AF65-F5344CB8AC3E}">
        <p14:creationId xmlns:p14="http://schemas.microsoft.com/office/powerpoint/2010/main" val="19432643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MX"/>
          </a:p>
        </p:txBody>
      </p:sp>
    </p:spTree>
    <p:extLst>
      <p:ext uri="{BB962C8B-B14F-4D97-AF65-F5344CB8AC3E}">
        <p14:creationId xmlns:p14="http://schemas.microsoft.com/office/powerpoint/2010/main" val="40829738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MX"/>
          </a:p>
        </p:txBody>
      </p:sp>
    </p:spTree>
    <p:extLst>
      <p:ext uri="{BB962C8B-B14F-4D97-AF65-F5344CB8AC3E}">
        <p14:creationId xmlns:p14="http://schemas.microsoft.com/office/powerpoint/2010/main" val="9570349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MX"/>
          </a:p>
        </p:txBody>
      </p:sp>
    </p:spTree>
    <p:extLst>
      <p:ext uri="{BB962C8B-B14F-4D97-AF65-F5344CB8AC3E}">
        <p14:creationId xmlns:p14="http://schemas.microsoft.com/office/powerpoint/2010/main" val="38127678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MX"/>
          </a:p>
        </p:txBody>
      </p:sp>
    </p:spTree>
    <p:extLst>
      <p:ext uri="{BB962C8B-B14F-4D97-AF65-F5344CB8AC3E}">
        <p14:creationId xmlns:p14="http://schemas.microsoft.com/office/powerpoint/2010/main" val="15304422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ED8F6-DFD0-48C1-A360-CB86701BEF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2066DA-B26A-4425-A7E3-18347C8001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A125AB8-F2A7-418C-9A48-771EDE090BAF}"/>
              </a:ext>
            </a:extLst>
          </p:cNvPr>
          <p:cNvSpPr>
            <a:spLocks noGrp="1"/>
          </p:cNvSpPr>
          <p:nvPr>
            <p:ph type="dt" sz="half" idx="10"/>
          </p:nvPr>
        </p:nvSpPr>
        <p:spPr/>
        <p:txBody>
          <a:bodyPr/>
          <a:lstStyle/>
          <a:p>
            <a:fld id="{BF5CDE2F-9D55-4CC3-87F3-9255CCB2A2AB}" type="datetimeFigureOut">
              <a:rPr lang="en-US" smtClean="0"/>
              <a:t>12/17/2025</a:t>
            </a:fld>
            <a:endParaRPr lang="en-US"/>
          </a:p>
        </p:txBody>
      </p:sp>
      <p:sp>
        <p:nvSpPr>
          <p:cNvPr id="5" name="Footer Placeholder 4">
            <a:extLst>
              <a:ext uri="{FF2B5EF4-FFF2-40B4-BE49-F238E27FC236}">
                <a16:creationId xmlns:a16="http://schemas.microsoft.com/office/drawing/2014/main" id="{0493C2E4-224E-4176-B8CC-870464083B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402ED7-08F3-4D47-8CDE-093486149865}"/>
              </a:ext>
            </a:extLst>
          </p:cNvPr>
          <p:cNvSpPr>
            <a:spLocks noGrp="1"/>
          </p:cNvSpPr>
          <p:nvPr>
            <p:ph type="sldNum" sz="quarter" idx="12"/>
          </p:nvPr>
        </p:nvSpPr>
        <p:spPr/>
        <p:txBody>
          <a:bodyPr/>
          <a:lstStyle/>
          <a:p>
            <a:fld id="{31B88D83-CEC0-48C6-9DFE-E101F68F29A2}" type="slidenum">
              <a:rPr lang="en-US" smtClean="0"/>
              <a:t>‹#›</a:t>
            </a:fld>
            <a:endParaRPr lang="en-US"/>
          </a:p>
        </p:txBody>
      </p:sp>
    </p:spTree>
    <p:extLst>
      <p:ext uri="{BB962C8B-B14F-4D97-AF65-F5344CB8AC3E}">
        <p14:creationId xmlns:p14="http://schemas.microsoft.com/office/powerpoint/2010/main" val="4224426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0859A-9D79-4498-846C-311AE82492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803B06-433D-472B-A5BF-A1F33333C7A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E98465-FC21-40AA-B6CB-30CB44331A0F}"/>
              </a:ext>
            </a:extLst>
          </p:cNvPr>
          <p:cNvSpPr>
            <a:spLocks noGrp="1"/>
          </p:cNvSpPr>
          <p:nvPr>
            <p:ph type="dt" sz="half" idx="10"/>
          </p:nvPr>
        </p:nvSpPr>
        <p:spPr/>
        <p:txBody>
          <a:bodyPr/>
          <a:lstStyle/>
          <a:p>
            <a:fld id="{BF5CDE2F-9D55-4CC3-87F3-9255CCB2A2AB}" type="datetimeFigureOut">
              <a:rPr lang="en-US" smtClean="0"/>
              <a:t>12/17/2025</a:t>
            </a:fld>
            <a:endParaRPr lang="en-US"/>
          </a:p>
        </p:txBody>
      </p:sp>
      <p:sp>
        <p:nvSpPr>
          <p:cNvPr id="5" name="Footer Placeholder 4">
            <a:extLst>
              <a:ext uri="{FF2B5EF4-FFF2-40B4-BE49-F238E27FC236}">
                <a16:creationId xmlns:a16="http://schemas.microsoft.com/office/drawing/2014/main" id="{48444573-09C5-45B4-8612-2B96E899AB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54B50D-AC07-4FBD-8166-3BCC78A56C46}"/>
              </a:ext>
            </a:extLst>
          </p:cNvPr>
          <p:cNvSpPr>
            <a:spLocks noGrp="1"/>
          </p:cNvSpPr>
          <p:nvPr>
            <p:ph type="sldNum" sz="quarter" idx="12"/>
          </p:nvPr>
        </p:nvSpPr>
        <p:spPr/>
        <p:txBody>
          <a:bodyPr/>
          <a:lstStyle/>
          <a:p>
            <a:fld id="{31B88D83-CEC0-48C6-9DFE-E101F68F29A2}" type="slidenum">
              <a:rPr lang="en-US" smtClean="0"/>
              <a:t>‹#›</a:t>
            </a:fld>
            <a:endParaRPr lang="en-US"/>
          </a:p>
        </p:txBody>
      </p:sp>
    </p:spTree>
    <p:extLst>
      <p:ext uri="{BB962C8B-B14F-4D97-AF65-F5344CB8AC3E}">
        <p14:creationId xmlns:p14="http://schemas.microsoft.com/office/powerpoint/2010/main" val="3908542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73BF-E0AC-40D9-9EF1-FE596289D9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0BDA180-3A09-4506-8309-7A976379EB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C9D338B-8D2B-4BF7-86C9-3FF22B600312}"/>
              </a:ext>
            </a:extLst>
          </p:cNvPr>
          <p:cNvSpPr>
            <a:spLocks noGrp="1"/>
          </p:cNvSpPr>
          <p:nvPr>
            <p:ph type="dt" sz="half" idx="10"/>
          </p:nvPr>
        </p:nvSpPr>
        <p:spPr/>
        <p:txBody>
          <a:bodyPr/>
          <a:lstStyle/>
          <a:p>
            <a:fld id="{BF5CDE2F-9D55-4CC3-87F3-9255CCB2A2AB}" type="datetimeFigureOut">
              <a:rPr lang="en-US" smtClean="0"/>
              <a:t>12/17/2025</a:t>
            </a:fld>
            <a:endParaRPr lang="en-US"/>
          </a:p>
        </p:txBody>
      </p:sp>
      <p:sp>
        <p:nvSpPr>
          <p:cNvPr id="5" name="Footer Placeholder 4">
            <a:extLst>
              <a:ext uri="{FF2B5EF4-FFF2-40B4-BE49-F238E27FC236}">
                <a16:creationId xmlns:a16="http://schemas.microsoft.com/office/drawing/2014/main" id="{53488E7A-9DAA-44B8-B0BB-46E88EFCB4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E60F7D-1D59-4085-9830-F637A19120D8}"/>
              </a:ext>
            </a:extLst>
          </p:cNvPr>
          <p:cNvSpPr>
            <a:spLocks noGrp="1"/>
          </p:cNvSpPr>
          <p:nvPr>
            <p:ph type="sldNum" sz="quarter" idx="12"/>
          </p:nvPr>
        </p:nvSpPr>
        <p:spPr/>
        <p:txBody>
          <a:bodyPr/>
          <a:lstStyle/>
          <a:p>
            <a:fld id="{31B88D83-CEC0-48C6-9DFE-E101F68F29A2}" type="slidenum">
              <a:rPr lang="en-US" smtClean="0"/>
              <a:t>‹#›</a:t>
            </a:fld>
            <a:endParaRPr lang="en-US"/>
          </a:p>
        </p:txBody>
      </p:sp>
    </p:spTree>
    <p:extLst>
      <p:ext uri="{BB962C8B-B14F-4D97-AF65-F5344CB8AC3E}">
        <p14:creationId xmlns:p14="http://schemas.microsoft.com/office/powerpoint/2010/main" val="3530841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AAE13-91A5-4621-AF99-EDAC3BD044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6ED6DE0-1307-4821-B4CE-DD1778DCA1B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38E3633-3FD8-45EA-AD56-D5B1A85EA7D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9FE0F9A-F3ED-48C2-9EF5-38ED1B6CFEAA}"/>
              </a:ext>
            </a:extLst>
          </p:cNvPr>
          <p:cNvSpPr>
            <a:spLocks noGrp="1"/>
          </p:cNvSpPr>
          <p:nvPr>
            <p:ph type="dt" sz="half" idx="10"/>
          </p:nvPr>
        </p:nvSpPr>
        <p:spPr/>
        <p:txBody>
          <a:bodyPr/>
          <a:lstStyle/>
          <a:p>
            <a:fld id="{BF5CDE2F-9D55-4CC3-87F3-9255CCB2A2AB}" type="datetimeFigureOut">
              <a:rPr lang="en-US" smtClean="0"/>
              <a:t>12/17/2025</a:t>
            </a:fld>
            <a:endParaRPr lang="en-US"/>
          </a:p>
        </p:txBody>
      </p:sp>
      <p:sp>
        <p:nvSpPr>
          <p:cNvPr id="6" name="Footer Placeholder 5">
            <a:extLst>
              <a:ext uri="{FF2B5EF4-FFF2-40B4-BE49-F238E27FC236}">
                <a16:creationId xmlns:a16="http://schemas.microsoft.com/office/drawing/2014/main" id="{85407062-DA57-46A1-905D-D9375ABFFB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E9CDB5-AFB6-4D5E-B482-5EEA434C04CF}"/>
              </a:ext>
            </a:extLst>
          </p:cNvPr>
          <p:cNvSpPr>
            <a:spLocks noGrp="1"/>
          </p:cNvSpPr>
          <p:nvPr>
            <p:ph type="sldNum" sz="quarter" idx="12"/>
          </p:nvPr>
        </p:nvSpPr>
        <p:spPr/>
        <p:txBody>
          <a:bodyPr/>
          <a:lstStyle/>
          <a:p>
            <a:fld id="{31B88D83-CEC0-48C6-9DFE-E101F68F29A2}" type="slidenum">
              <a:rPr lang="en-US" smtClean="0"/>
              <a:t>‹#›</a:t>
            </a:fld>
            <a:endParaRPr lang="en-US"/>
          </a:p>
        </p:txBody>
      </p:sp>
    </p:spTree>
    <p:extLst>
      <p:ext uri="{BB962C8B-B14F-4D97-AF65-F5344CB8AC3E}">
        <p14:creationId xmlns:p14="http://schemas.microsoft.com/office/powerpoint/2010/main" val="2503602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2FBFD-C581-475B-8024-BDB117AA20C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2BFCBE9-B82D-44E5-AF10-20CF2E7541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609BDAB-FCF7-4E7F-9C55-CEB9A31DC8E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CE1D9B9-26D3-41B5-B8D8-576EF1032E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486CE5F-FD4C-4B87-846B-59B0171B5DB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14CB6C4-5B23-458B-AAC1-E65BB5827B64}"/>
              </a:ext>
            </a:extLst>
          </p:cNvPr>
          <p:cNvSpPr>
            <a:spLocks noGrp="1"/>
          </p:cNvSpPr>
          <p:nvPr>
            <p:ph type="dt" sz="half" idx="10"/>
          </p:nvPr>
        </p:nvSpPr>
        <p:spPr/>
        <p:txBody>
          <a:bodyPr/>
          <a:lstStyle/>
          <a:p>
            <a:fld id="{BF5CDE2F-9D55-4CC3-87F3-9255CCB2A2AB}" type="datetimeFigureOut">
              <a:rPr lang="en-US" smtClean="0"/>
              <a:t>12/17/2025</a:t>
            </a:fld>
            <a:endParaRPr lang="en-US"/>
          </a:p>
        </p:txBody>
      </p:sp>
      <p:sp>
        <p:nvSpPr>
          <p:cNvPr id="8" name="Footer Placeholder 7">
            <a:extLst>
              <a:ext uri="{FF2B5EF4-FFF2-40B4-BE49-F238E27FC236}">
                <a16:creationId xmlns:a16="http://schemas.microsoft.com/office/drawing/2014/main" id="{E45521A6-4047-4F84-9E86-A61BFC38636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8D191BD-3E4A-4B25-A7BF-01442BD9206F}"/>
              </a:ext>
            </a:extLst>
          </p:cNvPr>
          <p:cNvSpPr>
            <a:spLocks noGrp="1"/>
          </p:cNvSpPr>
          <p:nvPr>
            <p:ph type="sldNum" sz="quarter" idx="12"/>
          </p:nvPr>
        </p:nvSpPr>
        <p:spPr/>
        <p:txBody>
          <a:bodyPr/>
          <a:lstStyle/>
          <a:p>
            <a:fld id="{31B88D83-CEC0-48C6-9DFE-E101F68F29A2}" type="slidenum">
              <a:rPr lang="en-US" smtClean="0"/>
              <a:t>‹#›</a:t>
            </a:fld>
            <a:endParaRPr lang="en-US"/>
          </a:p>
        </p:txBody>
      </p:sp>
    </p:spTree>
    <p:extLst>
      <p:ext uri="{BB962C8B-B14F-4D97-AF65-F5344CB8AC3E}">
        <p14:creationId xmlns:p14="http://schemas.microsoft.com/office/powerpoint/2010/main" val="4058326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CDF90-3E50-45AA-9ACD-030066A5EA6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22E643C-C776-416D-B5F7-2ED0462F04F1}"/>
              </a:ext>
            </a:extLst>
          </p:cNvPr>
          <p:cNvSpPr>
            <a:spLocks noGrp="1"/>
          </p:cNvSpPr>
          <p:nvPr>
            <p:ph type="dt" sz="half" idx="10"/>
          </p:nvPr>
        </p:nvSpPr>
        <p:spPr/>
        <p:txBody>
          <a:bodyPr/>
          <a:lstStyle/>
          <a:p>
            <a:fld id="{BF5CDE2F-9D55-4CC3-87F3-9255CCB2A2AB}" type="datetimeFigureOut">
              <a:rPr lang="en-US" smtClean="0"/>
              <a:t>12/17/2025</a:t>
            </a:fld>
            <a:endParaRPr lang="en-US"/>
          </a:p>
        </p:txBody>
      </p:sp>
      <p:sp>
        <p:nvSpPr>
          <p:cNvPr id="4" name="Footer Placeholder 3">
            <a:extLst>
              <a:ext uri="{FF2B5EF4-FFF2-40B4-BE49-F238E27FC236}">
                <a16:creationId xmlns:a16="http://schemas.microsoft.com/office/drawing/2014/main" id="{696D6D11-CE54-4C57-8326-25044762AD3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DC857B1-562D-4184-99AD-4B93455737CA}"/>
              </a:ext>
            </a:extLst>
          </p:cNvPr>
          <p:cNvSpPr>
            <a:spLocks noGrp="1"/>
          </p:cNvSpPr>
          <p:nvPr>
            <p:ph type="sldNum" sz="quarter" idx="12"/>
          </p:nvPr>
        </p:nvSpPr>
        <p:spPr/>
        <p:txBody>
          <a:bodyPr/>
          <a:lstStyle/>
          <a:p>
            <a:fld id="{31B88D83-CEC0-48C6-9DFE-E101F68F29A2}" type="slidenum">
              <a:rPr lang="en-US" smtClean="0"/>
              <a:t>‹#›</a:t>
            </a:fld>
            <a:endParaRPr lang="en-US"/>
          </a:p>
        </p:txBody>
      </p:sp>
    </p:spTree>
    <p:extLst>
      <p:ext uri="{BB962C8B-B14F-4D97-AF65-F5344CB8AC3E}">
        <p14:creationId xmlns:p14="http://schemas.microsoft.com/office/powerpoint/2010/main" val="1174286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F8C6AB-8520-4BE2-B1A9-667ED4B27773}"/>
              </a:ext>
            </a:extLst>
          </p:cNvPr>
          <p:cNvSpPr>
            <a:spLocks noGrp="1"/>
          </p:cNvSpPr>
          <p:nvPr>
            <p:ph type="dt" sz="half" idx="10"/>
          </p:nvPr>
        </p:nvSpPr>
        <p:spPr/>
        <p:txBody>
          <a:bodyPr/>
          <a:lstStyle/>
          <a:p>
            <a:fld id="{BF5CDE2F-9D55-4CC3-87F3-9255CCB2A2AB}" type="datetimeFigureOut">
              <a:rPr lang="en-US" smtClean="0"/>
              <a:t>12/17/2025</a:t>
            </a:fld>
            <a:endParaRPr lang="en-US"/>
          </a:p>
        </p:txBody>
      </p:sp>
      <p:sp>
        <p:nvSpPr>
          <p:cNvPr id="3" name="Footer Placeholder 2">
            <a:extLst>
              <a:ext uri="{FF2B5EF4-FFF2-40B4-BE49-F238E27FC236}">
                <a16:creationId xmlns:a16="http://schemas.microsoft.com/office/drawing/2014/main" id="{8FD203E4-9D86-4372-8350-F58066C216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DCAEBE-EB17-45C5-BEB4-B2EF00426100}"/>
              </a:ext>
            </a:extLst>
          </p:cNvPr>
          <p:cNvSpPr>
            <a:spLocks noGrp="1"/>
          </p:cNvSpPr>
          <p:nvPr>
            <p:ph type="sldNum" sz="quarter" idx="12"/>
          </p:nvPr>
        </p:nvSpPr>
        <p:spPr/>
        <p:txBody>
          <a:bodyPr/>
          <a:lstStyle/>
          <a:p>
            <a:fld id="{31B88D83-CEC0-48C6-9DFE-E101F68F29A2}" type="slidenum">
              <a:rPr lang="en-US" smtClean="0"/>
              <a:t>‹#›</a:t>
            </a:fld>
            <a:endParaRPr lang="en-US"/>
          </a:p>
        </p:txBody>
      </p:sp>
    </p:spTree>
    <p:extLst>
      <p:ext uri="{BB962C8B-B14F-4D97-AF65-F5344CB8AC3E}">
        <p14:creationId xmlns:p14="http://schemas.microsoft.com/office/powerpoint/2010/main" val="2816040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DD4F6-505F-482E-9C65-7F631E1C8A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33A3F72-D410-412B-ABD7-6D63B4B35D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5A46F95-EA73-4FE9-87CA-E529E24235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0E99490-7397-4526-BE0F-BFA5AB9F2C21}"/>
              </a:ext>
            </a:extLst>
          </p:cNvPr>
          <p:cNvSpPr>
            <a:spLocks noGrp="1"/>
          </p:cNvSpPr>
          <p:nvPr>
            <p:ph type="dt" sz="half" idx="10"/>
          </p:nvPr>
        </p:nvSpPr>
        <p:spPr/>
        <p:txBody>
          <a:bodyPr/>
          <a:lstStyle/>
          <a:p>
            <a:fld id="{BF5CDE2F-9D55-4CC3-87F3-9255CCB2A2AB}" type="datetimeFigureOut">
              <a:rPr lang="en-US" smtClean="0"/>
              <a:t>12/17/2025</a:t>
            </a:fld>
            <a:endParaRPr lang="en-US"/>
          </a:p>
        </p:txBody>
      </p:sp>
      <p:sp>
        <p:nvSpPr>
          <p:cNvPr id="6" name="Footer Placeholder 5">
            <a:extLst>
              <a:ext uri="{FF2B5EF4-FFF2-40B4-BE49-F238E27FC236}">
                <a16:creationId xmlns:a16="http://schemas.microsoft.com/office/drawing/2014/main" id="{D227DC0C-D498-45E0-A7E7-171A9A5475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4FD6B6-8C0C-4305-8A37-39805F20915F}"/>
              </a:ext>
            </a:extLst>
          </p:cNvPr>
          <p:cNvSpPr>
            <a:spLocks noGrp="1"/>
          </p:cNvSpPr>
          <p:nvPr>
            <p:ph type="sldNum" sz="quarter" idx="12"/>
          </p:nvPr>
        </p:nvSpPr>
        <p:spPr/>
        <p:txBody>
          <a:bodyPr/>
          <a:lstStyle/>
          <a:p>
            <a:fld id="{31B88D83-CEC0-48C6-9DFE-E101F68F29A2}" type="slidenum">
              <a:rPr lang="en-US" smtClean="0"/>
              <a:t>‹#›</a:t>
            </a:fld>
            <a:endParaRPr lang="en-US"/>
          </a:p>
        </p:txBody>
      </p:sp>
    </p:spTree>
    <p:extLst>
      <p:ext uri="{BB962C8B-B14F-4D97-AF65-F5344CB8AC3E}">
        <p14:creationId xmlns:p14="http://schemas.microsoft.com/office/powerpoint/2010/main" val="8933783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89BAC-40C6-4D14-906F-0E153740AF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632B258-C958-431A-A481-EC070D4E61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C449FED-9472-4AC3-9405-4157FBF50F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08854D0-1343-49A3-A293-F93506B83040}"/>
              </a:ext>
            </a:extLst>
          </p:cNvPr>
          <p:cNvSpPr>
            <a:spLocks noGrp="1"/>
          </p:cNvSpPr>
          <p:nvPr>
            <p:ph type="dt" sz="half" idx="10"/>
          </p:nvPr>
        </p:nvSpPr>
        <p:spPr/>
        <p:txBody>
          <a:bodyPr/>
          <a:lstStyle/>
          <a:p>
            <a:fld id="{BF5CDE2F-9D55-4CC3-87F3-9255CCB2A2AB}" type="datetimeFigureOut">
              <a:rPr lang="en-US" smtClean="0"/>
              <a:t>12/17/2025</a:t>
            </a:fld>
            <a:endParaRPr lang="en-US"/>
          </a:p>
        </p:txBody>
      </p:sp>
      <p:sp>
        <p:nvSpPr>
          <p:cNvPr id="6" name="Footer Placeholder 5">
            <a:extLst>
              <a:ext uri="{FF2B5EF4-FFF2-40B4-BE49-F238E27FC236}">
                <a16:creationId xmlns:a16="http://schemas.microsoft.com/office/drawing/2014/main" id="{C0E0E2BF-271E-4D26-B5BB-D397207412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54EC9D-A0DC-45EB-924B-69FCF615F9B9}"/>
              </a:ext>
            </a:extLst>
          </p:cNvPr>
          <p:cNvSpPr>
            <a:spLocks noGrp="1"/>
          </p:cNvSpPr>
          <p:nvPr>
            <p:ph type="sldNum" sz="quarter" idx="12"/>
          </p:nvPr>
        </p:nvSpPr>
        <p:spPr/>
        <p:txBody>
          <a:bodyPr/>
          <a:lstStyle/>
          <a:p>
            <a:fld id="{31B88D83-CEC0-48C6-9DFE-E101F68F29A2}" type="slidenum">
              <a:rPr lang="en-US" smtClean="0"/>
              <a:t>‹#›</a:t>
            </a:fld>
            <a:endParaRPr lang="en-US"/>
          </a:p>
        </p:txBody>
      </p:sp>
    </p:spTree>
    <p:extLst>
      <p:ext uri="{BB962C8B-B14F-4D97-AF65-F5344CB8AC3E}">
        <p14:creationId xmlns:p14="http://schemas.microsoft.com/office/powerpoint/2010/main" val="3199750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5A1E9-C35E-4AFC-A36D-A54CF2D3B3F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8B968DD-06D8-4A58-A3C9-E589116EBBD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1F9A4E-BBE1-4759-B412-EE5DB8246B90}"/>
              </a:ext>
            </a:extLst>
          </p:cNvPr>
          <p:cNvSpPr>
            <a:spLocks noGrp="1"/>
          </p:cNvSpPr>
          <p:nvPr>
            <p:ph type="dt" sz="half" idx="10"/>
          </p:nvPr>
        </p:nvSpPr>
        <p:spPr/>
        <p:txBody>
          <a:bodyPr/>
          <a:lstStyle/>
          <a:p>
            <a:fld id="{BF5CDE2F-9D55-4CC3-87F3-9255CCB2A2AB}" type="datetimeFigureOut">
              <a:rPr lang="en-US" smtClean="0"/>
              <a:t>12/17/2025</a:t>
            </a:fld>
            <a:endParaRPr lang="en-US"/>
          </a:p>
        </p:txBody>
      </p:sp>
      <p:sp>
        <p:nvSpPr>
          <p:cNvPr id="5" name="Footer Placeholder 4">
            <a:extLst>
              <a:ext uri="{FF2B5EF4-FFF2-40B4-BE49-F238E27FC236}">
                <a16:creationId xmlns:a16="http://schemas.microsoft.com/office/drawing/2014/main" id="{114CDC7D-FBE2-42D0-B51F-B1DF9C6084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03144F-11E9-4BAD-A51B-6FD950DEED79}"/>
              </a:ext>
            </a:extLst>
          </p:cNvPr>
          <p:cNvSpPr>
            <a:spLocks noGrp="1"/>
          </p:cNvSpPr>
          <p:nvPr>
            <p:ph type="sldNum" sz="quarter" idx="12"/>
          </p:nvPr>
        </p:nvSpPr>
        <p:spPr/>
        <p:txBody>
          <a:bodyPr/>
          <a:lstStyle/>
          <a:p>
            <a:fld id="{31B88D83-CEC0-48C6-9DFE-E101F68F29A2}" type="slidenum">
              <a:rPr lang="en-US" smtClean="0"/>
              <a:t>‹#›</a:t>
            </a:fld>
            <a:endParaRPr lang="en-US"/>
          </a:p>
        </p:txBody>
      </p:sp>
    </p:spTree>
    <p:extLst>
      <p:ext uri="{BB962C8B-B14F-4D97-AF65-F5344CB8AC3E}">
        <p14:creationId xmlns:p14="http://schemas.microsoft.com/office/powerpoint/2010/main" val="4044737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C0E636-6CDB-4945-87D4-1D0E41EE8A9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071B1A-B4D6-4C02-8074-7401372526FD}"/>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8A88FA-2DA2-440E-8CA0-0A84DBB95866}"/>
              </a:ext>
            </a:extLst>
          </p:cNvPr>
          <p:cNvSpPr>
            <a:spLocks noGrp="1"/>
          </p:cNvSpPr>
          <p:nvPr>
            <p:ph type="dt" sz="half" idx="10"/>
          </p:nvPr>
        </p:nvSpPr>
        <p:spPr/>
        <p:txBody>
          <a:bodyPr/>
          <a:lstStyle/>
          <a:p>
            <a:fld id="{BF5CDE2F-9D55-4CC3-87F3-9255CCB2A2AB}" type="datetimeFigureOut">
              <a:rPr lang="en-US" smtClean="0"/>
              <a:t>12/17/2025</a:t>
            </a:fld>
            <a:endParaRPr lang="en-US"/>
          </a:p>
        </p:txBody>
      </p:sp>
      <p:sp>
        <p:nvSpPr>
          <p:cNvPr id="5" name="Footer Placeholder 4">
            <a:extLst>
              <a:ext uri="{FF2B5EF4-FFF2-40B4-BE49-F238E27FC236}">
                <a16:creationId xmlns:a16="http://schemas.microsoft.com/office/drawing/2014/main" id="{2D449081-6547-4E86-AE85-3A04DCE309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7F8DB2-10B0-4142-9A8B-A8405B3E4811}"/>
              </a:ext>
            </a:extLst>
          </p:cNvPr>
          <p:cNvSpPr>
            <a:spLocks noGrp="1"/>
          </p:cNvSpPr>
          <p:nvPr>
            <p:ph type="sldNum" sz="quarter" idx="12"/>
          </p:nvPr>
        </p:nvSpPr>
        <p:spPr/>
        <p:txBody>
          <a:bodyPr/>
          <a:lstStyle/>
          <a:p>
            <a:fld id="{31B88D83-CEC0-48C6-9DFE-E101F68F29A2}" type="slidenum">
              <a:rPr lang="en-US" smtClean="0"/>
              <a:t>‹#›</a:t>
            </a:fld>
            <a:endParaRPr lang="en-US"/>
          </a:p>
        </p:txBody>
      </p:sp>
    </p:spTree>
    <p:extLst>
      <p:ext uri="{BB962C8B-B14F-4D97-AF65-F5344CB8AC3E}">
        <p14:creationId xmlns:p14="http://schemas.microsoft.com/office/powerpoint/2010/main" val="10678731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Main Slide">
    <p:bg>
      <p:bgPr>
        <a:solidFill>
          <a:srgbClr val="000000"/>
        </a:solidFill>
        <a:effectLst/>
      </p:bgPr>
    </p:bg>
    <p:spTree>
      <p:nvGrpSpPr>
        <p:cNvPr id="1" name=""/>
        <p:cNvGrpSpPr/>
        <p:nvPr/>
      </p:nvGrpSpPr>
      <p:grpSpPr>
        <a:xfrm>
          <a:off x="0" y="0"/>
          <a:ext cx="0" cy="0"/>
          <a:chOff x="0" y="0"/>
          <a:chExt cx="0" cy="0"/>
        </a:xfrm>
      </p:grpSpPr>
      <p:sp>
        <p:nvSpPr>
          <p:cNvPr id="25" name="Slide Number"/>
          <p:cNvSpPr txBox="1">
            <a:spLocks noGrp="1"/>
          </p:cNvSpPr>
          <p:nvPr>
            <p:ph type="sldNum" sz="quarter" idx="2"/>
          </p:nvPr>
        </p:nvSpPr>
        <p:spPr>
          <a:xfrm>
            <a:off x="11742737" y="4377267"/>
            <a:ext cx="136526" cy="152401"/>
          </a:xfrm>
          <a:prstGeom prst="rect">
            <a:avLst/>
          </a:prstGeom>
        </p:spPr>
        <p:txBody>
          <a:bodyPr lIns="0" tIns="0" rIns="0" bIns="0" anchor="ctr"/>
          <a:lstStyle>
            <a:lvl1pPr defTabSz="412750">
              <a:defRPr sz="1000">
                <a:solidFill>
                  <a:srgbClr val="A9A9A9"/>
                </a:solidFill>
                <a:latin typeface="Gotham Extra Light"/>
                <a:ea typeface="Gotham Extra Light"/>
                <a:cs typeface="Gotham Extra Light"/>
                <a:sym typeface="Gotham Extra Light"/>
              </a:defRPr>
            </a:lvl1pPr>
          </a:lstStyle>
          <a:p>
            <a:fld id="{86CB4B4D-7CA3-9044-876B-883B54F8677D}" type="slidenum">
              <a:t>‹#›</a:t>
            </a:fld>
            <a:endParaRPr/>
          </a:p>
        </p:txBody>
      </p:sp>
    </p:spTree>
    <p:extLst>
      <p:ext uri="{BB962C8B-B14F-4D97-AF65-F5344CB8AC3E}">
        <p14:creationId xmlns:p14="http://schemas.microsoft.com/office/powerpoint/2010/main" val="2592873979"/>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Foto (horizontal)">
    <p:spTree>
      <p:nvGrpSpPr>
        <p:cNvPr id="1" name=""/>
        <p:cNvGrpSpPr/>
        <p:nvPr/>
      </p:nvGrpSpPr>
      <p:grpSpPr>
        <a:xfrm>
          <a:off x="0" y="0"/>
          <a:ext cx="0" cy="0"/>
          <a:chOff x="0" y="0"/>
          <a:chExt cx="0" cy="0"/>
        </a:xfrm>
      </p:grpSpPr>
      <p:sp>
        <p:nvSpPr>
          <p:cNvPr id="23" name="Número de diapositiva"/>
          <p:cNvSpPr txBox="1">
            <a:spLocks noGrp="1"/>
          </p:cNvSpPr>
          <p:nvPr>
            <p:ph type="sldNum" sz="quarter" idx="2"/>
          </p:nvPr>
        </p:nvSpPr>
        <p:spPr>
          <a:xfrm>
            <a:off x="6000750" y="6540500"/>
            <a:ext cx="184253" cy="187300"/>
          </a:xfrm>
          <a:prstGeom prst="rect">
            <a:avLst/>
          </a:prstGeom>
        </p:spPr>
        <p:txBody>
          <a:bodyPr/>
          <a:lstStyle/>
          <a:p>
            <a:fld id="{86CB4B4D-7CA3-9044-876B-883B54F8677D}" type="slidenum">
              <a:t>‹#›</a:t>
            </a:fld>
            <a:endParaRPr/>
          </a:p>
        </p:txBody>
      </p:sp>
      <p:sp>
        <p:nvSpPr>
          <p:cNvPr id="3" name="Rectángulo 2">
            <a:extLst>
              <a:ext uri="{FF2B5EF4-FFF2-40B4-BE49-F238E27FC236}">
                <a16:creationId xmlns:a16="http://schemas.microsoft.com/office/drawing/2014/main" id="{BDC2984B-84A5-6846-A123-974862F809EC}"/>
              </a:ext>
            </a:extLst>
          </p:cNvPr>
          <p:cNvSpPr/>
          <p:nvPr userDrawn="1"/>
        </p:nvSpPr>
        <p:spPr>
          <a:xfrm>
            <a:off x="7282543" y="3277517"/>
            <a:ext cx="4909458" cy="302968"/>
          </a:xfrm>
          <a:prstGeom prst="rect">
            <a:avLst/>
          </a:prstGeom>
          <a:solidFill>
            <a:srgbClr val="DCD4C9">
              <a:alpha val="50000"/>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9" tIns="35719" rIns="35719" bIns="35719" numCol="1" spcCol="38100" rtlCol="0" anchor="ctr">
            <a:spAutoFit/>
          </a:bodyPr>
          <a:lstStyle/>
          <a:p>
            <a:pPr marL="0" marR="0" indent="0" algn="ctr" defTabSz="410766" rtl="0" fontAlgn="auto" latinLnBrk="0" hangingPunct="0">
              <a:lnSpc>
                <a:spcPct val="100000"/>
              </a:lnSpc>
              <a:spcBef>
                <a:spcPts val="0"/>
              </a:spcBef>
              <a:spcAft>
                <a:spcPts val="0"/>
              </a:spcAft>
              <a:buClrTx/>
              <a:buSzTx/>
              <a:buFontTx/>
              <a:buNone/>
              <a:tabLst/>
            </a:pPr>
            <a:endParaRPr kumimoji="0" lang="es-MX" sz="1500" b="0" i="0" u="none" strike="noStrike" cap="none" spc="0" normalizeH="0" baseline="0">
              <a:ln>
                <a:noFill/>
              </a:ln>
              <a:solidFill>
                <a:srgbClr val="FFFFFF"/>
              </a:solidFill>
              <a:effectLst/>
              <a:uFillTx/>
              <a:latin typeface="+mn-lt"/>
              <a:ea typeface="+mn-ea"/>
              <a:cs typeface="+mn-cs"/>
              <a:sym typeface="Helvetica Neue Medium"/>
            </a:endParaRPr>
          </a:p>
        </p:txBody>
      </p:sp>
      <p:sp>
        <p:nvSpPr>
          <p:cNvPr id="4" name="RECURSOS HUMANOS  |    CAPACITACIÓN">
            <a:extLst>
              <a:ext uri="{FF2B5EF4-FFF2-40B4-BE49-F238E27FC236}">
                <a16:creationId xmlns:a16="http://schemas.microsoft.com/office/drawing/2014/main" id="{D4261FE0-3549-514C-995F-9B3B3A56D3B2}"/>
              </a:ext>
            </a:extLst>
          </p:cNvPr>
          <p:cNvSpPr txBox="1"/>
          <p:nvPr userDrawn="1"/>
        </p:nvSpPr>
        <p:spPr>
          <a:xfrm>
            <a:off x="1497918" y="967230"/>
            <a:ext cx="5168646" cy="222657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35719" tIns="35719" rIns="35719" bIns="35719" anchor="ctr">
            <a:spAutoFit/>
          </a:bodyPr>
          <a:lstStyle/>
          <a:p>
            <a:pPr algn="l">
              <a:defRPr sz="2900" spc="-58">
                <a:solidFill>
                  <a:srgbClr val="FFFFFF"/>
                </a:solidFill>
              </a:defRPr>
            </a:pPr>
            <a:r>
              <a:rPr lang="es-MX" sz="3500" b="0">
                <a:solidFill>
                  <a:schemeClr val="bg1">
                    <a:lumMod val="50000"/>
                  </a:schemeClr>
                </a:solidFill>
                <a:latin typeface="Arial" panose="020B0604020202020204" pitchFamily="34" charset="0"/>
                <a:cs typeface="Arial" panose="020B0604020202020204" pitchFamily="34" charset="0"/>
              </a:rPr>
              <a:t>¿CUÁLES SON LOS </a:t>
            </a:r>
            <a:r>
              <a:rPr lang="es-MX" sz="3500">
                <a:solidFill>
                  <a:schemeClr val="bg2">
                    <a:lumMod val="50000"/>
                  </a:schemeClr>
                </a:solidFill>
                <a:latin typeface="Arial" panose="020B0604020202020204" pitchFamily="34" charset="0"/>
                <a:cs typeface="Arial" panose="020B0604020202020204" pitchFamily="34" charset="0"/>
              </a:rPr>
              <a:t>CONSEJOS Y TRUCOS </a:t>
            </a:r>
            <a:r>
              <a:rPr lang="es-MX" sz="3500" b="0">
                <a:solidFill>
                  <a:schemeClr val="bg1">
                    <a:lumMod val="50000"/>
                  </a:schemeClr>
                </a:solidFill>
                <a:latin typeface="Arial" panose="020B0604020202020204" pitchFamily="34" charset="0"/>
                <a:cs typeface="Arial" panose="020B0604020202020204" pitchFamily="34" charset="0"/>
              </a:rPr>
              <a:t>EN EL USO DE LA NUEVA PLANTILLA? </a:t>
            </a:r>
          </a:p>
        </p:txBody>
      </p:sp>
      <p:sp>
        <p:nvSpPr>
          <p:cNvPr id="5" name="CuadroTexto 4">
            <a:extLst>
              <a:ext uri="{FF2B5EF4-FFF2-40B4-BE49-F238E27FC236}">
                <a16:creationId xmlns:a16="http://schemas.microsoft.com/office/drawing/2014/main" id="{F3B36458-ABE1-A84C-B192-4C60A214E42F}"/>
              </a:ext>
            </a:extLst>
          </p:cNvPr>
          <p:cNvSpPr txBox="1"/>
          <p:nvPr userDrawn="1"/>
        </p:nvSpPr>
        <p:spPr>
          <a:xfrm>
            <a:off x="1509949" y="4441783"/>
            <a:ext cx="5384146" cy="143404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9" tIns="35719" rIns="35719" bIns="35719" numCol="1" spcCol="38100" rtlCol="0" anchor="ctr">
            <a:spAutoFit/>
          </a:bodyPr>
          <a:lstStyle/>
          <a:p>
            <a:pPr algn="just"/>
            <a:r>
              <a:rPr lang="es-MX" sz="2250">
                <a:solidFill>
                  <a:schemeClr val="tx1"/>
                </a:solidFill>
                <a:latin typeface="Arial" panose="020B0604020202020204" pitchFamily="34" charset="0"/>
                <a:cs typeface="Arial" panose="020B0604020202020204" pitchFamily="34" charset="0"/>
              </a:rPr>
              <a:t>QUEREMOS AYUDARTE </a:t>
            </a:r>
            <a:r>
              <a:rPr lang="es-MX" sz="1650" b="0">
                <a:solidFill>
                  <a:schemeClr val="bg1">
                    <a:lumMod val="50000"/>
                  </a:schemeClr>
                </a:solidFill>
                <a:latin typeface="Arial" panose="020B0604020202020204" pitchFamily="34" charset="0"/>
                <a:cs typeface="Arial" panose="020B0604020202020204" pitchFamily="34" charset="0"/>
              </a:rPr>
              <a:t>a desarrollar de manera eficiente diapositivas que sean funcionales y visualmente atractivas para garantizar una excelente presentación. ¡Apegándose a la imagen corporativa y haciendo el proceso de consolidación mucho más fácil!. </a:t>
            </a:r>
          </a:p>
        </p:txBody>
      </p:sp>
      <p:sp>
        <p:nvSpPr>
          <p:cNvPr id="6" name="CuadroTexto 5">
            <a:extLst>
              <a:ext uri="{FF2B5EF4-FFF2-40B4-BE49-F238E27FC236}">
                <a16:creationId xmlns:a16="http://schemas.microsoft.com/office/drawing/2014/main" id="{19CC6A79-17EE-274E-AC84-C27205830206}"/>
              </a:ext>
            </a:extLst>
          </p:cNvPr>
          <p:cNvSpPr txBox="1"/>
          <p:nvPr userDrawn="1"/>
        </p:nvSpPr>
        <p:spPr>
          <a:xfrm>
            <a:off x="7623193" y="719075"/>
            <a:ext cx="463117" cy="6492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9" tIns="35719" rIns="35719" bIns="35719" numCol="1" spcCol="38100" rtlCol="0" anchor="ctr">
            <a:spAutoFit/>
          </a:bodyPr>
          <a:lstStyle/>
          <a:p>
            <a:pPr marL="0" marR="0" indent="0" algn="ctr" defTabSz="410766" rtl="0" fontAlgn="auto" latinLnBrk="0" hangingPunct="0">
              <a:lnSpc>
                <a:spcPct val="100000"/>
              </a:lnSpc>
              <a:spcBef>
                <a:spcPts val="0"/>
              </a:spcBef>
              <a:spcAft>
                <a:spcPts val="0"/>
              </a:spcAft>
              <a:buClrTx/>
              <a:buSzTx/>
              <a:buFontTx/>
              <a:buNone/>
              <a:tabLst/>
            </a:pPr>
            <a:r>
              <a:rPr kumimoji="0" lang="es-MX" sz="3750" b="1" i="0" u="none" strike="noStrike" cap="none" spc="0" normalizeH="0" baseline="0">
                <a:ln>
                  <a:noFill/>
                </a:ln>
                <a:solidFill>
                  <a:srgbClr val="000000">
                    <a:alpha val="15000"/>
                  </a:srgbClr>
                </a:solidFill>
                <a:effectLst/>
                <a:uFillTx/>
                <a:latin typeface="Helvetica Neue"/>
                <a:ea typeface="Helvetica Neue"/>
                <a:cs typeface="Helvetica Neue"/>
                <a:sym typeface="Helvetica Neue"/>
              </a:rPr>
              <a:t>1</a:t>
            </a:r>
          </a:p>
        </p:txBody>
      </p:sp>
      <p:sp>
        <p:nvSpPr>
          <p:cNvPr id="7" name="CuadroTexto 6">
            <a:extLst>
              <a:ext uri="{FF2B5EF4-FFF2-40B4-BE49-F238E27FC236}">
                <a16:creationId xmlns:a16="http://schemas.microsoft.com/office/drawing/2014/main" id="{CAE881B1-FE11-1D4A-AF65-2EDFA874387F}"/>
              </a:ext>
            </a:extLst>
          </p:cNvPr>
          <p:cNvSpPr txBox="1"/>
          <p:nvPr userDrawn="1"/>
        </p:nvSpPr>
        <p:spPr>
          <a:xfrm>
            <a:off x="7646033" y="3096019"/>
            <a:ext cx="463117" cy="6492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9" tIns="35719" rIns="35719" bIns="35719" numCol="1" spcCol="38100" rtlCol="0" anchor="ctr">
            <a:spAutoFit/>
          </a:bodyPr>
          <a:lstStyle/>
          <a:p>
            <a:pPr marL="0" marR="0" indent="0" algn="ctr" defTabSz="410766" rtl="0" fontAlgn="auto" latinLnBrk="0" hangingPunct="0">
              <a:lnSpc>
                <a:spcPct val="100000"/>
              </a:lnSpc>
              <a:spcBef>
                <a:spcPts val="0"/>
              </a:spcBef>
              <a:spcAft>
                <a:spcPts val="0"/>
              </a:spcAft>
              <a:buClrTx/>
              <a:buSzTx/>
              <a:buFontTx/>
              <a:buNone/>
              <a:tabLst/>
            </a:pPr>
            <a:r>
              <a:rPr kumimoji="0" lang="es-MX" sz="3750" b="1" i="0" u="none" strike="noStrike" cap="none" spc="0" normalizeH="0" baseline="0">
                <a:ln>
                  <a:noFill/>
                </a:ln>
                <a:solidFill>
                  <a:srgbClr val="000000">
                    <a:alpha val="15000"/>
                  </a:srgbClr>
                </a:solidFill>
                <a:effectLst/>
                <a:uFillTx/>
                <a:latin typeface="Helvetica Neue"/>
                <a:ea typeface="Helvetica Neue"/>
                <a:cs typeface="Helvetica Neue"/>
                <a:sym typeface="Helvetica Neue"/>
              </a:rPr>
              <a:t>2</a:t>
            </a:r>
          </a:p>
        </p:txBody>
      </p:sp>
      <p:sp>
        <p:nvSpPr>
          <p:cNvPr id="8" name="Rectángulo 7">
            <a:extLst>
              <a:ext uri="{FF2B5EF4-FFF2-40B4-BE49-F238E27FC236}">
                <a16:creationId xmlns:a16="http://schemas.microsoft.com/office/drawing/2014/main" id="{F69361F7-6C6E-E54E-BF04-019E53AC2732}"/>
              </a:ext>
            </a:extLst>
          </p:cNvPr>
          <p:cNvSpPr/>
          <p:nvPr userDrawn="1"/>
        </p:nvSpPr>
        <p:spPr>
          <a:xfrm>
            <a:off x="0" y="3277517"/>
            <a:ext cx="1133856" cy="302968"/>
          </a:xfrm>
          <a:prstGeom prst="rect">
            <a:avLst/>
          </a:prstGeom>
          <a:solidFill>
            <a:srgbClr val="DCD4C9">
              <a:alpha val="50000"/>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9" tIns="35719" rIns="35719" bIns="35719" numCol="1" spcCol="38100" rtlCol="0" anchor="ctr">
            <a:spAutoFit/>
          </a:bodyPr>
          <a:lstStyle/>
          <a:p>
            <a:pPr marL="0" marR="0" indent="0" algn="ctr" defTabSz="410766" rtl="0" fontAlgn="auto" latinLnBrk="0" hangingPunct="0">
              <a:lnSpc>
                <a:spcPct val="100000"/>
              </a:lnSpc>
              <a:spcBef>
                <a:spcPts val="0"/>
              </a:spcBef>
              <a:spcAft>
                <a:spcPts val="0"/>
              </a:spcAft>
              <a:buClrTx/>
              <a:buSzTx/>
              <a:buFontTx/>
              <a:buNone/>
              <a:tabLst/>
            </a:pPr>
            <a:endParaRPr kumimoji="0" lang="es-MX" sz="1500" b="0" i="0" u="none" strike="noStrike" cap="none" spc="0" normalizeH="0" baseline="0">
              <a:ln>
                <a:noFill/>
              </a:ln>
              <a:solidFill>
                <a:srgbClr val="FFFFFF"/>
              </a:solidFill>
              <a:effectLst/>
              <a:uFillTx/>
              <a:latin typeface="+mn-lt"/>
              <a:ea typeface="+mn-ea"/>
              <a:cs typeface="+mn-cs"/>
              <a:sym typeface="Helvetica Neue Medium"/>
            </a:endParaRPr>
          </a:p>
        </p:txBody>
      </p:sp>
      <p:sp>
        <p:nvSpPr>
          <p:cNvPr id="9" name="Текст 14">
            <a:extLst>
              <a:ext uri="{FF2B5EF4-FFF2-40B4-BE49-F238E27FC236}">
                <a16:creationId xmlns:a16="http://schemas.microsoft.com/office/drawing/2014/main" id="{47387A6A-14E1-E549-AB8C-2915E81E8334}"/>
              </a:ext>
            </a:extLst>
          </p:cNvPr>
          <p:cNvSpPr txBox="1">
            <a:spLocks/>
          </p:cNvSpPr>
          <p:nvPr userDrawn="1"/>
        </p:nvSpPr>
        <p:spPr>
          <a:xfrm rot="16200000">
            <a:off x="-253899" y="1172389"/>
            <a:ext cx="2174270" cy="306787"/>
          </a:xfrm>
          <a:prstGeom prst="rect">
            <a:avLst/>
          </a:prstGeom>
        </p:spPr>
        <p:txBody>
          <a:bodyPr/>
          <a:lstStyle>
            <a:lvl1pPr marL="611187" marR="0" indent="-611187" algn="l" defTabSz="821531" rtl="0" latinLnBrk="0">
              <a:lnSpc>
                <a:spcPct val="100000"/>
              </a:lnSpc>
              <a:spcBef>
                <a:spcPts val="5900"/>
              </a:spcBef>
              <a:spcAft>
                <a:spcPts val="0"/>
              </a:spcAft>
              <a:buClrTx/>
              <a:buSzPct val="145000"/>
              <a:buFontTx/>
              <a:buChar char="•"/>
              <a:tabLst/>
              <a:defRPr sz="4400" b="0" i="0" u="none" strike="noStrike" cap="none" spc="0" baseline="0">
                <a:ln>
                  <a:noFill/>
                </a:ln>
                <a:solidFill>
                  <a:srgbClr val="000000"/>
                </a:solidFill>
                <a:uFillTx/>
                <a:latin typeface="Helvetica Neue"/>
                <a:ea typeface="Helvetica Neue"/>
                <a:cs typeface="Helvetica Neue"/>
                <a:sym typeface="Helvetica Neue"/>
              </a:defRPr>
            </a:lvl1pPr>
            <a:lvl2pPr marL="1055687" marR="0" indent="-611187" algn="l" defTabSz="821531" rtl="0" latinLnBrk="0">
              <a:lnSpc>
                <a:spcPct val="100000"/>
              </a:lnSpc>
              <a:spcBef>
                <a:spcPts val="5900"/>
              </a:spcBef>
              <a:spcAft>
                <a:spcPts val="0"/>
              </a:spcAft>
              <a:buClrTx/>
              <a:buSzPct val="145000"/>
              <a:buFontTx/>
              <a:buChar char="•"/>
              <a:tabLst/>
              <a:defRPr sz="4400" b="0" i="0" u="none" strike="noStrike" cap="none" spc="0" baseline="0">
                <a:ln>
                  <a:noFill/>
                </a:ln>
                <a:solidFill>
                  <a:srgbClr val="000000"/>
                </a:solidFill>
                <a:uFillTx/>
                <a:latin typeface="Helvetica Neue"/>
                <a:ea typeface="Helvetica Neue"/>
                <a:cs typeface="Helvetica Neue"/>
                <a:sym typeface="Helvetica Neue"/>
              </a:defRPr>
            </a:lvl2pPr>
            <a:lvl3pPr marL="1500187" marR="0" indent="-611187" algn="l" defTabSz="821531" rtl="0" latinLnBrk="0">
              <a:lnSpc>
                <a:spcPct val="100000"/>
              </a:lnSpc>
              <a:spcBef>
                <a:spcPts val="5900"/>
              </a:spcBef>
              <a:spcAft>
                <a:spcPts val="0"/>
              </a:spcAft>
              <a:buClrTx/>
              <a:buSzPct val="145000"/>
              <a:buFontTx/>
              <a:buChar char="•"/>
              <a:tabLst/>
              <a:defRPr sz="4400" b="0" i="0" u="none" strike="noStrike" cap="none" spc="0" baseline="0">
                <a:ln>
                  <a:noFill/>
                </a:ln>
                <a:solidFill>
                  <a:srgbClr val="000000"/>
                </a:solidFill>
                <a:uFillTx/>
                <a:latin typeface="Helvetica Neue"/>
                <a:ea typeface="Helvetica Neue"/>
                <a:cs typeface="Helvetica Neue"/>
                <a:sym typeface="Helvetica Neue"/>
              </a:defRPr>
            </a:lvl3pPr>
            <a:lvl4pPr marL="1944687" marR="0" indent="-611187" algn="l" defTabSz="821531" rtl="0" latinLnBrk="0">
              <a:lnSpc>
                <a:spcPct val="100000"/>
              </a:lnSpc>
              <a:spcBef>
                <a:spcPts val="5900"/>
              </a:spcBef>
              <a:spcAft>
                <a:spcPts val="0"/>
              </a:spcAft>
              <a:buClrTx/>
              <a:buSzPct val="145000"/>
              <a:buFontTx/>
              <a:buChar char="•"/>
              <a:tabLst/>
              <a:defRPr sz="4400" b="0" i="0" u="none" strike="noStrike" cap="none" spc="0" baseline="0">
                <a:ln>
                  <a:noFill/>
                </a:ln>
                <a:solidFill>
                  <a:srgbClr val="000000"/>
                </a:solidFill>
                <a:uFillTx/>
                <a:latin typeface="Helvetica Neue"/>
                <a:ea typeface="Helvetica Neue"/>
                <a:cs typeface="Helvetica Neue"/>
                <a:sym typeface="Helvetica Neue"/>
              </a:defRPr>
            </a:lvl4pPr>
            <a:lvl5pPr marL="2389187" marR="0" indent="-611187" algn="l" defTabSz="821531" rtl="0" latinLnBrk="0">
              <a:lnSpc>
                <a:spcPct val="100000"/>
              </a:lnSpc>
              <a:spcBef>
                <a:spcPts val="5900"/>
              </a:spcBef>
              <a:spcAft>
                <a:spcPts val="0"/>
              </a:spcAft>
              <a:buClrTx/>
              <a:buSzPct val="145000"/>
              <a:buFontTx/>
              <a:buChar char="•"/>
              <a:tabLst/>
              <a:defRPr sz="4400" b="0" i="0" u="none" strike="noStrike" cap="none" spc="0" baseline="0">
                <a:ln>
                  <a:noFill/>
                </a:ln>
                <a:solidFill>
                  <a:srgbClr val="000000"/>
                </a:solidFill>
                <a:uFillTx/>
                <a:latin typeface="Helvetica Neue"/>
                <a:ea typeface="Helvetica Neue"/>
                <a:cs typeface="Helvetica Neue"/>
                <a:sym typeface="Helvetica Neue"/>
              </a:defRPr>
            </a:lvl5pPr>
            <a:lvl6pPr marL="2833687" marR="0" indent="-611187" algn="l" defTabSz="821531" rtl="0" latinLnBrk="0">
              <a:lnSpc>
                <a:spcPct val="100000"/>
              </a:lnSpc>
              <a:spcBef>
                <a:spcPts val="5900"/>
              </a:spcBef>
              <a:spcAft>
                <a:spcPts val="0"/>
              </a:spcAft>
              <a:buClrTx/>
              <a:buSzPct val="145000"/>
              <a:buFontTx/>
              <a:buChar char="•"/>
              <a:tabLst/>
              <a:defRPr sz="4400" b="0" i="0" u="none" strike="noStrike" cap="none" spc="0" baseline="0">
                <a:ln>
                  <a:noFill/>
                </a:ln>
                <a:solidFill>
                  <a:srgbClr val="000000"/>
                </a:solidFill>
                <a:uFillTx/>
                <a:latin typeface="Helvetica Neue"/>
                <a:ea typeface="Helvetica Neue"/>
                <a:cs typeface="Helvetica Neue"/>
                <a:sym typeface="Helvetica Neue"/>
              </a:defRPr>
            </a:lvl6pPr>
            <a:lvl7pPr marL="3278187" marR="0" indent="-611187" algn="l" defTabSz="821531" rtl="0" latinLnBrk="0">
              <a:lnSpc>
                <a:spcPct val="100000"/>
              </a:lnSpc>
              <a:spcBef>
                <a:spcPts val="5900"/>
              </a:spcBef>
              <a:spcAft>
                <a:spcPts val="0"/>
              </a:spcAft>
              <a:buClrTx/>
              <a:buSzPct val="145000"/>
              <a:buFontTx/>
              <a:buChar char="•"/>
              <a:tabLst/>
              <a:defRPr sz="4400" b="0" i="0" u="none" strike="noStrike" cap="none" spc="0" baseline="0">
                <a:ln>
                  <a:noFill/>
                </a:ln>
                <a:solidFill>
                  <a:srgbClr val="000000"/>
                </a:solidFill>
                <a:uFillTx/>
                <a:latin typeface="Helvetica Neue"/>
                <a:ea typeface="Helvetica Neue"/>
                <a:cs typeface="Helvetica Neue"/>
                <a:sym typeface="Helvetica Neue"/>
              </a:defRPr>
            </a:lvl7pPr>
            <a:lvl8pPr marL="3722687" marR="0" indent="-611187" algn="l" defTabSz="821531" rtl="0" latinLnBrk="0">
              <a:lnSpc>
                <a:spcPct val="100000"/>
              </a:lnSpc>
              <a:spcBef>
                <a:spcPts val="5900"/>
              </a:spcBef>
              <a:spcAft>
                <a:spcPts val="0"/>
              </a:spcAft>
              <a:buClrTx/>
              <a:buSzPct val="145000"/>
              <a:buFontTx/>
              <a:buChar char="•"/>
              <a:tabLst/>
              <a:defRPr sz="4400" b="0" i="0" u="none" strike="noStrike" cap="none" spc="0" baseline="0">
                <a:ln>
                  <a:noFill/>
                </a:ln>
                <a:solidFill>
                  <a:srgbClr val="000000"/>
                </a:solidFill>
                <a:uFillTx/>
                <a:latin typeface="Helvetica Neue"/>
                <a:ea typeface="Helvetica Neue"/>
                <a:cs typeface="Helvetica Neue"/>
                <a:sym typeface="Helvetica Neue"/>
              </a:defRPr>
            </a:lvl8pPr>
            <a:lvl9pPr marL="4167187" marR="0" indent="-611187" algn="l" defTabSz="821531" rtl="0" latinLnBrk="0">
              <a:lnSpc>
                <a:spcPct val="100000"/>
              </a:lnSpc>
              <a:spcBef>
                <a:spcPts val="5900"/>
              </a:spcBef>
              <a:spcAft>
                <a:spcPts val="0"/>
              </a:spcAft>
              <a:buClrTx/>
              <a:buSzPct val="145000"/>
              <a:buFontTx/>
              <a:buChar char="•"/>
              <a:tabLst/>
              <a:defRPr sz="4400" b="0" i="0" u="none" strike="noStrike" cap="none" spc="0" baseline="0">
                <a:ln>
                  <a:noFill/>
                </a:ln>
                <a:solidFill>
                  <a:srgbClr val="000000"/>
                </a:solidFill>
                <a:uFillTx/>
                <a:latin typeface="Helvetica Neue"/>
                <a:ea typeface="Helvetica Neue"/>
                <a:cs typeface="Helvetica Neue"/>
                <a:sym typeface="Helvetica Neue"/>
              </a:defRPr>
            </a:lvl9pPr>
          </a:lstStyle>
          <a:p>
            <a:pPr marL="0" indent="0" algn="ctr" hangingPunct="1">
              <a:buFontTx/>
              <a:buNone/>
            </a:pPr>
            <a:r>
              <a:rPr lang="en-US" sz="2200" b="1">
                <a:solidFill>
                  <a:srgbClr val="DCD4C9"/>
                </a:solidFill>
                <a:latin typeface="Arial" panose="020B0604020202020204" pitchFamily="34" charset="0"/>
                <a:cs typeface="Arial" panose="020B0604020202020204" pitchFamily="34" charset="0"/>
              </a:rPr>
              <a:t>GUÍA DE USO</a:t>
            </a:r>
            <a:endParaRPr lang="ru-RU" sz="2200" b="1">
              <a:solidFill>
                <a:srgbClr val="DCD4C9"/>
              </a:solidFill>
              <a:latin typeface="Arial" panose="020B0604020202020204" pitchFamily="34" charset="0"/>
              <a:cs typeface="Arial" panose="020B0604020202020204" pitchFamily="34" charset="0"/>
            </a:endParaRPr>
          </a:p>
        </p:txBody>
      </p:sp>
      <p:sp>
        <p:nvSpPr>
          <p:cNvPr id="10" name="Elipse 9">
            <a:extLst>
              <a:ext uri="{FF2B5EF4-FFF2-40B4-BE49-F238E27FC236}">
                <a16:creationId xmlns:a16="http://schemas.microsoft.com/office/drawing/2014/main" id="{E306E151-9AF3-D949-9105-764E68420F60}"/>
              </a:ext>
            </a:extLst>
          </p:cNvPr>
          <p:cNvSpPr/>
          <p:nvPr userDrawn="1"/>
        </p:nvSpPr>
        <p:spPr>
          <a:xfrm>
            <a:off x="7563368" y="841243"/>
            <a:ext cx="543048" cy="426031"/>
          </a:xfrm>
          <a:prstGeom prst="ellipse">
            <a:avLst/>
          </a:prstGeom>
          <a:noFill/>
          <a:ln w="76200" cap="flat">
            <a:solidFill>
              <a:schemeClr val="tx1">
                <a:lumMod val="95000"/>
                <a:lumOff val="5000"/>
                <a:alpha val="15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9" tIns="35719" rIns="35719" bIns="35719" numCol="1" spcCol="38100" rtlCol="0" anchor="ctr">
            <a:spAutoFit/>
          </a:bodyPr>
          <a:lstStyle/>
          <a:p>
            <a:pPr marL="0" marR="0" indent="0" algn="ctr" defTabSz="410766" rtl="0" fontAlgn="auto" latinLnBrk="0" hangingPunct="0">
              <a:lnSpc>
                <a:spcPct val="100000"/>
              </a:lnSpc>
              <a:spcBef>
                <a:spcPts val="0"/>
              </a:spcBef>
              <a:spcAft>
                <a:spcPts val="0"/>
              </a:spcAft>
              <a:buClrTx/>
              <a:buSzTx/>
              <a:buFontTx/>
              <a:buNone/>
              <a:tabLst/>
            </a:pPr>
            <a:endParaRPr kumimoji="0" lang="es-MX" sz="15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1" name="Elipse 10">
            <a:extLst>
              <a:ext uri="{FF2B5EF4-FFF2-40B4-BE49-F238E27FC236}">
                <a16:creationId xmlns:a16="http://schemas.microsoft.com/office/drawing/2014/main" id="{D2F9F7F4-C9A6-2E48-A2CD-A2C8B040890A}"/>
              </a:ext>
            </a:extLst>
          </p:cNvPr>
          <p:cNvSpPr/>
          <p:nvPr userDrawn="1"/>
        </p:nvSpPr>
        <p:spPr>
          <a:xfrm>
            <a:off x="7601070" y="3226591"/>
            <a:ext cx="543048" cy="426031"/>
          </a:xfrm>
          <a:prstGeom prst="ellipse">
            <a:avLst/>
          </a:prstGeom>
          <a:noFill/>
          <a:ln w="76200" cap="flat">
            <a:solidFill>
              <a:schemeClr val="tx1">
                <a:lumMod val="95000"/>
                <a:lumOff val="5000"/>
                <a:alpha val="15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9" tIns="35719" rIns="35719" bIns="35719" numCol="1" spcCol="38100" rtlCol="0" anchor="ctr">
            <a:spAutoFit/>
          </a:bodyPr>
          <a:lstStyle/>
          <a:p>
            <a:pPr marL="0" marR="0" indent="0" algn="ctr" defTabSz="410766" rtl="0" fontAlgn="auto" latinLnBrk="0" hangingPunct="0">
              <a:lnSpc>
                <a:spcPct val="100000"/>
              </a:lnSpc>
              <a:spcBef>
                <a:spcPts val="0"/>
              </a:spcBef>
              <a:spcAft>
                <a:spcPts val="0"/>
              </a:spcAft>
              <a:buClrTx/>
              <a:buSzTx/>
              <a:buFontTx/>
              <a:buNone/>
              <a:tabLst/>
            </a:pPr>
            <a:endParaRPr kumimoji="0" lang="es-MX" sz="15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2" name="Rectángulo 11">
            <a:extLst>
              <a:ext uri="{FF2B5EF4-FFF2-40B4-BE49-F238E27FC236}">
                <a16:creationId xmlns:a16="http://schemas.microsoft.com/office/drawing/2014/main" id="{F0F884F9-17E7-AA4B-ADB1-392ACA5B9E67}"/>
              </a:ext>
            </a:extLst>
          </p:cNvPr>
          <p:cNvSpPr/>
          <p:nvPr userDrawn="1"/>
        </p:nvSpPr>
        <p:spPr>
          <a:xfrm>
            <a:off x="1509949" y="4015772"/>
            <a:ext cx="2282203" cy="302968"/>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9" tIns="35719" rIns="35719" bIns="35719" numCol="1" spcCol="38100" rtlCol="0" anchor="ctr">
            <a:spAutoFit/>
          </a:bodyPr>
          <a:lstStyle/>
          <a:p>
            <a:pPr marL="0" marR="0" indent="0" algn="ctr" defTabSz="410766" rtl="0" fontAlgn="auto" latinLnBrk="0" hangingPunct="0">
              <a:lnSpc>
                <a:spcPct val="100000"/>
              </a:lnSpc>
              <a:spcBef>
                <a:spcPts val="0"/>
              </a:spcBef>
              <a:spcAft>
                <a:spcPts val="0"/>
              </a:spcAft>
              <a:buClrTx/>
              <a:buSzTx/>
              <a:buFontTx/>
              <a:buNone/>
              <a:tabLst/>
            </a:pPr>
            <a:endParaRPr kumimoji="0" lang="es-MX" sz="1500" b="0" i="0" u="none" strike="noStrike" cap="none" spc="0" normalizeH="0" baseline="0">
              <a:ln>
                <a:noFill/>
              </a:ln>
              <a:solidFill>
                <a:srgbClr val="FFFFFF"/>
              </a:solidFill>
              <a:effectLst/>
              <a:uFillTx/>
              <a:latin typeface="+mn-lt"/>
              <a:ea typeface="+mn-ea"/>
              <a:cs typeface="+mn-cs"/>
              <a:sym typeface="Helvetica Neue Medium"/>
            </a:endParaRPr>
          </a:p>
        </p:txBody>
      </p:sp>
      <p:pic>
        <p:nvPicPr>
          <p:cNvPr id="13" name="Image" descr="Image">
            <a:extLst>
              <a:ext uri="{FF2B5EF4-FFF2-40B4-BE49-F238E27FC236}">
                <a16:creationId xmlns:a16="http://schemas.microsoft.com/office/drawing/2014/main" id="{46EE30A4-EA33-B54F-801A-6C21918D0A51}"/>
              </a:ext>
            </a:extLst>
          </p:cNvPr>
          <p:cNvPicPr>
            <a:picLocks noChangeAspect="1"/>
          </p:cNvPicPr>
          <p:nvPr userDrawn="1"/>
        </p:nvPicPr>
        <p:blipFill>
          <a:blip r:embed="rId2"/>
          <a:stretch>
            <a:fillRect/>
          </a:stretch>
        </p:blipFill>
        <p:spPr>
          <a:xfrm>
            <a:off x="303502" y="6242886"/>
            <a:ext cx="173551" cy="400964"/>
          </a:xfrm>
          <a:prstGeom prst="rect">
            <a:avLst/>
          </a:prstGeom>
          <a:ln w="12700">
            <a:miter lim="400000"/>
          </a:ln>
        </p:spPr>
      </p:pic>
      <p:sp>
        <p:nvSpPr>
          <p:cNvPr id="14" name="Rectángulo 13">
            <a:extLst>
              <a:ext uri="{FF2B5EF4-FFF2-40B4-BE49-F238E27FC236}">
                <a16:creationId xmlns:a16="http://schemas.microsoft.com/office/drawing/2014/main" id="{53775019-977A-BA4F-9D2B-BEA772416F47}"/>
              </a:ext>
            </a:extLst>
          </p:cNvPr>
          <p:cNvSpPr/>
          <p:nvPr userDrawn="1"/>
        </p:nvSpPr>
        <p:spPr>
          <a:xfrm>
            <a:off x="8325268" y="3096020"/>
            <a:ext cx="3281516" cy="884858"/>
          </a:xfrm>
          <a:prstGeom prst="rect">
            <a:avLst/>
          </a:prstGeom>
        </p:spPr>
        <p:txBody>
          <a:bodyPr wrap="square">
            <a:spAutoFit/>
          </a:bodyPr>
          <a:lstStyle/>
          <a:p>
            <a:pPr algn="just"/>
            <a:r>
              <a:rPr lang="es-MX" sz="1650" b="0">
                <a:solidFill>
                  <a:schemeClr val="bg1">
                    <a:lumMod val="50000"/>
                  </a:schemeClr>
                </a:solidFill>
                <a:latin typeface="Arial" panose="020B0604020202020204" pitchFamily="34" charset="0"/>
                <a:cs typeface="Arial" panose="020B0604020202020204" pitchFamily="34" charset="0"/>
              </a:rPr>
              <a:t>La biblioteca de colores por área, se encuentra anexa </a:t>
            </a:r>
            <a:r>
              <a:rPr lang="es-MX" sz="1750">
                <a:latin typeface="Arial" panose="020B0604020202020204" pitchFamily="34" charset="0"/>
                <a:cs typeface="Arial" panose="020B0604020202020204" pitchFamily="34" charset="0"/>
              </a:rPr>
              <a:t>AL FINAL DE ESTE ARCHIVO.</a:t>
            </a:r>
          </a:p>
        </p:txBody>
      </p:sp>
      <p:sp>
        <p:nvSpPr>
          <p:cNvPr id="15" name="Rectángulo 14">
            <a:extLst>
              <a:ext uri="{FF2B5EF4-FFF2-40B4-BE49-F238E27FC236}">
                <a16:creationId xmlns:a16="http://schemas.microsoft.com/office/drawing/2014/main" id="{4F424545-028B-AE47-87CA-C964EBF6F74B}"/>
              </a:ext>
            </a:extLst>
          </p:cNvPr>
          <p:cNvSpPr/>
          <p:nvPr userDrawn="1"/>
        </p:nvSpPr>
        <p:spPr>
          <a:xfrm>
            <a:off x="8292695" y="782734"/>
            <a:ext cx="3314090" cy="1800493"/>
          </a:xfrm>
          <a:prstGeom prst="rect">
            <a:avLst/>
          </a:prstGeom>
        </p:spPr>
        <p:txBody>
          <a:bodyPr wrap="square">
            <a:spAutoFit/>
          </a:bodyPr>
          <a:lstStyle/>
          <a:p>
            <a:pPr algn="l"/>
            <a:r>
              <a:rPr lang="es-MX" sz="1650" b="0">
                <a:solidFill>
                  <a:schemeClr val="bg1">
                    <a:lumMod val="50000"/>
                  </a:schemeClr>
                </a:solidFill>
                <a:latin typeface="Arial" panose="020B0604020202020204" pitchFamily="34" charset="0"/>
                <a:cs typeface="Arial" panose="020B0604020202020204" pitchFamily="34" charset="0"/>
              </a:rPr>
              <a:t>Siempre comience su trabajo en este archivo y </a:t>
            </a:r>
            <a:r>
              <a:rPr lang="es-MX" sz="1750">
                <a:latin typeface="Arial" panose="020B0604020202020204" pitchFamily="34" charset="0"/>
                <a:cs typeface="Arial" panose="020B0604020202020204" pitchFamily="34" charset="0"/>
              </a:rPr>
              <a:t>GUÁRDELO COMO UN NUEVO ARCHIVO.</a:t>
            </a:r>
          </a:p>
          <a:p>
            <a:pPr algn="l"/>
            <a:endParaRPr lang="es-MX" sz="1750">
              <a:latin typeface="Arial" panose="020B0604020202020204" pitchFamily="34" charset="0"/>
              <a:cs typeface="Arial" panose="020B0604020202020204" pitchFamily="34" charset="0"/>
            </a:endParaRPr>
          </a:p>
          <a:p>
            <a:r>
              <a:rPr lang="es-MX" sz="1400" b="0" i="1">
                <a:solidFill>
                  <a:srgbClr val="FF0000"/>
                </a:solidFill>
                <a:latin typeface="Arial" panose="020B0604020202020204" pitchFamily="34" charset="0"/>
                <a:cs typeface="Arial" panose="020B0604020202020204" pitchFamily="34" charset="0"/>
              </a:rPr>
              <a:t>No copie y pegue las diapositivas en un nuevo documento, ya que no copiará el arte principal.</a:t>
            </a:r>
          </a:p>
        </p:txBody>
      </p:sp>
    </p:spTree>
    <p:extLst>
      <p:ext uri="{BB962C8B-B14F-4D97-AF65-F5344CB8AC3E}">
        <p14:creationId xmlns:p14="http://schemas.microsoft.com/office/powerpoint/2010/main" val="3842222814"/>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Foto (horizontal)">
    <p:spTree>
      <p:nvGrpSpPr>
        <p:cNvPr id="1" name=""/>
        <p:cNvGrpSpPr/>
        <p:nvPr/>
      </p:nvGrpSpPr>
      <p:grpSpPr>
        <a:xfrm>
          <a:off x="0" y="0"/>
          <a:ext cx="0" cy="0"/>
          <a:chOff x="0" y="0"/>
          <a:chExt cx="0" cy="0"/>
        </a:xfrm>
      </p:grpSpPr>
      <p:sp>
        <p:nvSpPr>
          <p:cNvPr id="23" name="Número de diapositiva"/>
          <p:cNvSpPr txBox="1">
            <a:spLocks noGrp="1"/>
          </p:cNvSpPr>
          <p:nvPr>
            <p:ph type="sldNum" sz="quarter" idx="2"/>
          </p:nvPr>
        </p:nvSpPr>
        <p:spPr>
          <a:xfrm>
            <a:off x="6000750" y="6540500"/>
            <a:ext cx="184253" cy="187300"/>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9270208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Main Slide">
    <p:bg>
      <p:bgPr>
        <a:solidFill>
          <a:srgbClr val="000000"/>
        </a:solidFill>
        <a:effectLst/>
      </p:bgPr>
    </p:bg>
    <p:spTree>
      <p:nvGrpSpPr>
        <p:cNvPr id="1" name=""/>
        <p:cNvGrpSpPr/>
        <p:nvPr/>
      </p:nvGrpSpPr>
      <p:grpSpPr>
        <a:xfrm>
          <a:off x="0" y="0"/>
          <a:ext cx="0" cy="0"/>
          <a:chOff x="0" y="0"/>
          <a:chExt cx="0" cy="0"/>
        </a:xfrm>
      </p:grpSpPr>
      <p:sp>
        <p:nvSpPr>
          <p:cNvPr id="25" name="Slide Number"/>
          <p:cNvSpPr txBox="1">
            <a:spLocks noGrp="1"/>
          </p:cNvSpPr>
          <p:nvPr>
            <p:ph type="sldNum" sz="quarter" idx="2"/>
          </p:nvPr>
        </p:nvSpPr>
        <p:spPr>
          <a:xfrm>
            <a:off x="11742737" y="4377267"/>
            <a:ext cx="136526" cy="152401"/>
          </a:xfrm>
          <a:prstGeom prst="rect">
            <a:avLst/>
          </a:prstGeom>
        </p:spPr>
        <p:txBody>
          <a:bodyPr lIns="0" tIns="0" rIns="0" bIns="0" anchor="ctr"/>
          <a:lstStyle>
            <a:lvl1pPr defTabSz="412750">
              <a:defRPr sz="1000">
                <a:solidFill>
                  <a:srgbClr val="A9A9A9"/>
                </a:solidFill>
                <a:latin typeface="Gotham Extra Light"/>
                <a:ea typeface="Gotham Extra Light"/>
                <a:cs typeface="Gotham Extra Light"/>
                <a:sym typeface="Gotham Extra Light"/>
              </a:defRPr>
            </a:lvl1pPr>
          </a:lstStyle>
          <a:p>
            <a:fld id="{86CB4B4D-7CA3-9044-876B-883B54F8677D}" type="slidenum">
              <a:t>‹#›</a:t>
            </a:fld>
            <a:endParaRPr/>
          </a:p>
        </p:txBody>
      </p:sp>
    </p:spTree>
    <p:extLst>
      <p:ext uri="{BB962C8B-B14F-4D97-AF65-F5344CB8AC3E}">
        <p14:creationId xmlns:p14="http://schemas.microsoft.com/office/powerpoint/2010/main" val="2814445195"/>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Main Slide copy">
    <p:bg>
      <p:bgPr>
        <a:solidFill>
          <a:srgbClr val="373535"/>
        </a:solidFill>
        <a:effectLst/>
      </p:bgPr>
    </p:bg>
    <p:spTree>
      <p:nvGrpSpPr>
        <p:cNvPr id="1" name=""/>
        <p:cNvGrpSpPr/>
        <p:nvPr/>
      </p:nvGrpSpPr>
      <p:grpSpPr>
        <a:xfrm>
          <a:off x="0" y="0"/>
          <a:ext cx="0" cy="0"/>
          <a:chOff x="0" y="0"/>
          <a:chExt cx="0" cy="0"/>
        </a:xfrm>
      </p:grpSpPr>
      <p:pic>
        <p:nvPicPr>
          <p:cNvPr id="32" name="Image" descr="Image"/>
          <p:cNvPicPr>
            <a:picLocks noChangeAspect="1"/>
          </p:cNvPicPr>
          <p:nvPr/>
        </p:nvPicPr>
        <p:blipFill>
          <a:blip r:embed="rId2"/>
          <a:stretch>
            <a:fillRect/>
          </a:stretch>
        </p:blipFill>
        <p:spPr>
          <a:xfrm>
            <a:off x="303502" y="3214218"/>
            <a:ext cx="173551" cy="400964"/>
          </a:xfrm>
          <a:prstGeom prst="rect">
            <a:avLst/>
          </a:prstGeom>
          <a:ln w="12700">
            <a:miter lim="400000"/>
          </a:ln>
        </p:spPr>
      </p:pic>
      <p:sp>
        <p:nvSpPr>
          <p:cNvPr id="33" name="Text Placeholder 6"/>
          <p:cNvSpPr txBox="1"/>
          <p:nvPr/>
        </p:nvSpPr>
        <p:spPr>
          <a:xfrm>
            <a:off x="270367" y="6439160"/>
            <a:ext cx="3078718" cy="3185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860" rIns="22860">
            <a:spAutoFit/>
          </a:bodyPr>
          <a:lstStyle>
            <a:lvl1pPr algn="l" defTabSz="825500">
              <a:lnSpc>
                <a:spcPct val="80000"/>
              </a:lnSpc>
              <a:defRPr sz="1200">
                <a:solidFill>
                  <a:srgbClr val="E4D2B8"/>
                </a:solidFill>
                <a:latin typeface="Rajdhani Regular"/>
                <a:ea typeface="Rajdhani Regular"/>
                <a:cs typeface="Rajdhani Regular"/>
                <a:sym typeface="Rajdhani Regular"/>
              </a:defRPr>
            </a:lvl1pPr>
          </a:lstStyle>
          <a:p>
            <a:r>
              <a:rPr sz="600"/>
              <a:t>Notes: Lorem ipsum dolor sit amet, consectetur adipiscing elit, sed do eiusmod tempor incididunt ut labore et dolore magna aliqua. Ut enim ad minim veniam, quis nostrud exercitation ullamco laboris nisi ut aliquip ex ea commodo consequat.</a:t>
            </a:r>
          </a:p>
        </p:txBody>
      </p:sp>
      <p:grpSp>
        <p:nvGrpSpPr>
          <p:cNvPr id="36" name="Group"/>
          <p:cNvGrpSpPr/>
          <p:nvPr/>
        </p:nvGrpSpPr>
        <p:grpSpPr>
          <a:xfrm>
            <a:off x="3884017" y="6471685"/>
            <a:ext cx="8307983" cy="386325"/>
            <a:chOff x="0" y="0"/>
            <a:chExt cx="16615965" cy="772649"/>
          </a:xfrm>
        </p:grpSpPr>
        <p:sp>
          <p:nvSpPr>
            <p:cNvPr id="34" name="Rectangle 2"/>
            <p:cNvSpPr/>
            <p:nvPr/>
          </p:nvSpPr>
          <p:spPr>
            <a:xfrm>
              <a:off x="0" y="0"/>
              <a:ext cx="16615966" cy="772650"/>
            </a:xfrm>
            <a:prstGeom prst="rect">
              <a:avLst/>
            </a:prstGeom>
            <a:solidFill>
              <a:srgbClr val="9D9684"/>
            </a:solidFill>
            <a:ln w="12700" cap="flat">
              <a:noFill/>
              <a:miter lim="400000"/>
            </a:ln>
            <a:effectLst/>
          </p:spPr>
          <p:txBody>
            <a:bodyPr wrap="square" lIns="0" tIns="0" rIns="0" bIns="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pic>
          <p:nvPicPr>
            <p:cNvPr id="35" name="Image" descr="Image"/>
            <p:cNvPicPr>
              <a:picLocks noChangeAspect="1"/>
            </p:cNvPicPr>
            <p:nvPr/>
          </p:nvPicPr>
          <p:blipFill>
            <a:blip r:embed="rId3"/>
            <a:srcRect l="21268" t="61347" r="9341" b="2768"/>
            <a:stretch>
              <a:fillRect/>
            </a:stretch>
          </p:blipFill>
          <p:spPr>
            <a:xfrm>
              <a:off x="0" y="0"/>
              <a:ext cx="16615966" cy="772650"/>
            </a:xfrm>
            <a:prstGeom prst="rect">
              <a:avLst/>
            </a:prstGeom>
            <a:ln w="12700" cap="flat">
              <a:noFill/>
              <a:miter lim="400000"/>
            </a:ln>
            <a:effectLst/>
          </p:spPr>
        </p:pic>
      </p:grpSp>
      <p:sp>
        <p:nvSpPr>
          <p:cNvPr id="37" name="Title"/>
          <p:cNvSpPr txBox="1"/>
          <p:nvPr/>
        </p:nvSpPr>
        <p:spPr>
          <a:xfrm>
            <a:off x="755650" y="529348"/>
            <a:ext cx="496931" cy="3129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lgn="l" defTabSz="825500">
              <a:lnSpc>
                <a:spcPct val="80000"/>
              </a:lnSpc>
              <a:defRPr sz="4000" b="1">
                <a:solidFill>
                  <a:srgbClr val="E4D2B8"/>
                </a:solidFill>
                <a:latin typeface="Rajdhani SemiBold"/>
                <a:ea typeface="Rajdhani SemiBold"/>
                <a:cs typeface="Rajdhani SemiBold"/>
                <a:sym typeface="Rajdhani SemiBold"/>
              </a:defRPr>
            </a:lvl1pPr>
          </a:lstStyle>
          <a:p>
            <a:r>
              <a:rPr sz="2000"/>
              <a:t>Title</a:t>
            </a:r>
          </a:p>
        </p:txBody>
      </p:sp>
      <p:sp>
        <p:nvSpPr>
          <p:cNvPr id="38" name="Text"/>
          <p:cNvSpPr txBox="1"/>
          <p:nvPr/>
        </p:nvSpPr>
        <p:spPr>
          <a:xfrm>
            <a:off x="11740777" y="3317466"/>
            <a:ext cx="251672" cy="20518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b">
            <a:spAutoFit/>
          </a:bodyPr>
          <a:lstStyle>
            <a:lvl1pPr defTabSz="825500">
              <a:defRPr sz="2000">
                <a:solidFill>
                  <a:srgbClr val="E4D2B8"/>
                </a:solidFill>
                <a:latin typeface="Rajdhani Bold"/>
                <a:ea typeface="Rajdhani Bold"/>
                <a:cs typeface="Rajdhani Bold"/>
                <a:sym typeface="Rajdhani Bold"/>
              </a:defRPr>
            </a:lvl1pPr>
          </a:lstStyle>
          <a:p>
            <a:fld id="{86CB4B4D-7CA3-9044-876B-883B54F8677D}" type="slidenum">
              <a:rPr sz="1000"/>
              <a:t>‹#›</a:t>
            </a:fld>
            <a:endParaRPr sz="1000"/>
          </a:p>
        </p:txBody>
      </p:sp>
      <p:sp>
        <p:nvSpPr>
          <p:cNvPr id="39" name="Slide Number"/>
          <p:cNvSpPr txBox="1">
            <a:spLocks noGrp="1"/>
          </p:cNvSpPr>
          <p:nvPr>
            <p:ph type="sldNum" sz="quarter" idx="2"/>
          </p:nvPr>
        </p:nvSpPr>
        <p:spPr>
          <a:xfrm>
            <a:off x="11742737" y="4377267"/>
            <a:ext cx="136526" cy="152401"/>
          </a:xfrm>
          <a:prstGeom prst="rect">
            <a:avLst/>
          </a:prstGeom>
        </p:spPr>
        <p:txBody>
          <a:bodyPr lIns="0" tIns="0" rIns="0" bIns="0" anchor="ctr"/>
          <a:lstStyle>
            <a:lvl1pPr defTabSz="412750">
              <a:defRPr sz="1000">
                <a:solidFill>
                  <a:srgbClr val="A9A9A9"/>
                </a:solidFill>
                <a:latin typeface="Gotham Extra Light"/>
                <a:ea typeface="Gotham Extra Light"/>
                <a:cs typeface="Gotham Extra Light"/>
                <a:sym typeface="Gotham Extra Light"/>
              </a:defRPr>
            </a:lvl1pPr>
          </a:lstStyle>
          <a:p>
            <a:fld id="{86CB4B4D-7CA3-9044-876B-883B54F8677D}" type="slidenum">
              <a:t>‹#›</a:t>
            </a:fld>
            <a:endParaRPr/>
          </a:p>
        </p:txBody>
      </p:sp>
    </p:spTree>
    <p:extLst>
      <p:ext uri="{BB962C8B-B14F-4D97-AF65-F5344CB8AC3E}">
        <p14:creationId xmlns:p14="http://schemas.microsoft.com/office/powerpoint/2010/main" val="1258679116"/>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5" Type="http://schemas.openxmlformats.org/officeDocument/2006/relationships/theme" Target="../theme/theme2.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37E171-078B-488B-9A54-34A39CB79A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1E1339E-1868-4325-85AC-D72028BF34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754B49-9254-419D-A664-37E25524BD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5CDE2F-9D55-4CC3-87F3-9255CCB2A2AB}" type="datetimeFigureOut">
              <a:rPr lang="en-US" smtClean="0"/>
              <a:t>12/17/2025</a:t>
            </a:fld>
            <a:endParaRPr lang="en-US"/>
          </a:p>
        </p:txBody>
      </p:sp>
      <p:sp>
        <p:nvSpPr>
          <p:cNvPr id="5" name="Footer Placeholder 4">
            <a:extLst>
              <a:ext uri="{FF2B5EF4-FFF2-40B4-BE49-F238E27FC236}">
                <a16:creationId xmlns:a16="http://schemas.microsoft.com/office/drawing/2014/main" id="{ABD209F0-B2C8-43FB-A0AE-C8DF8FF1CA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F6C639F-122F-4A30-A584-862514EB7F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B88D83-CEC0-48C6-9DFE-E101F68F29A2}" type="slidenum">
              <a:rPr lang="en-US" smtClean="0"/>
              <a:t>‹#›</a:t>
            </a:fld>
            <a:endParaRPr lang="en-US"/>
          </a:p>
        </p:txBody>
      </p:sp>
    </p:spTree>
    <p:extLst>
      <p:ext uri="{BB962C8B-B14F-4D97-AF65-F5344CB8AC3E}">
        <p14:creationId xmlns:p14="http://schemas.microsoft.com/office/powerpoint/2010/main" val="23066525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2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resentation Title"/>
          <p:cNvSpPr txBox="1">
            <a:spLocks noGrp="1"/>
          </p:cNvSpPr>
          <p:nvPr>
            <p:ph type="title" hasCustomPrompt="1"/>
          </p:nvPr>
        </p:nvSpPr>
        <p:spPr>
          <a:xfrm>
            <a:off x="-3198285" y="7154896"/>
            <a:ext cx="10985502" cy="2324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b">
            <a:normAutofit/>
          </a:bodyPr>
          <a:lstStyle/>
          <a:p>
            <a:r>
              <a:t>Presentation Title</a:t>
            </a:r>
          </a:p>
        </p:txBody>
      </p:sp>
    </p:spTree>
    <p:extLst>
      <p:ext uri="{BB962C8B-B14F-4D97-AF65-F5344CB8AC3E}">
        <p14:creationId xmlns:p14="http://schemas.microsoft.com/office/powerpoint/2010/main" val="1427542221"/>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Lst>
  <p:transition spd="med"/>
  <p:txStyles>
    <p:titleStyle>
      <a:lvl1pPr marL="0" marR="0" indent="0" algn="l" defTabSz="1219169" rtl="0" latinLnBrk="0">
        <a:lnSpc>
          <a:spcPct val="80000"/>
        </a:lnSpc>
        <a:spcBef>
          <a:spcPts val="0"/>
        </a:spcBef>
        <a:spcAft>
          <a:spcPts val="0"/>
        </a:spcAft>
        <a:buClrTx/>
        <a:buSzTx/>
        <a:buFontTx/>
        <a:buNone/>
        <a:tabLst/>
        <a:defRPr sz="5800" b="1" i="0" u="none" strike="noStrike" cap="none" spc="-116" baseline="0">
          <a:solidFill>
            <a:srgbClr val="000000"/>
          </a:solidFill>
          <a:uFillTx/>
          <a:latin typeface="+mn-lt"/>
          <a:ea typeface="+mn-ea"/>
          <a:cs typeface="+mn-cs"/>
          <a:sym typeface="Helvetica Neue"/>
        </a:defRPr>
      </a:lvl1pPr>
      <a:lvl2pPr marL="0" marR="0" indent="228600" algn="l" defTabSz="1219169" rtl="0" latinLnBrk="0">
        <a:lnSpc>
          <a:spcPct val="80000"/>
        </a:lnSpc>
        <a:spcBef>
          <a:spcPts val="0"/>
        </a:spcBef>
        <a:spcAft>
          <a:spcPts val="0"/>
        </a:spcAft>
        <a:buClrTx/>
        <a:buSzTx/>
        <a:buFontTx/>
        <a:buNone/>
        <a:tabLst/>
        <a:defRPr sz="5800" b="1" i="0" u="none" strike="noStrike" cap="none" spc="-116" baseline="0">
          <a:solidFill>
            <a:srgbClr val="000000"/>
          </a:solidFill>
          <a:uFillTx/>
          <a:latin typeface="+mn-lt"/>
          <a:ea typeface="+mn-ea"/>
          <a:cs typeface="+mn-cs"/>
          <a:sym typeface="Helvetica Neue"/>
        </a:defRPr>
      </a:lvl2pPr>
      <a:lvl3pPr marL="0" marR="0" indent="457200" algn="l" defTabSz="1219169" rtl="0" latinLnBrk="0">
        <a:lnSpc>
          <a:spcPct val="80000"/>
        </a:lnSpc>
        <a:spcBef>
          <a:spcPts val="0"/>
        </a:spcBef>
        <a:spcAft>
          <a:spcPts val="0"/>
        </a:spcAft>
        <a:buClrTx/>
        <a:buSzTx/>
        <a:buFontTx/>
        <a:buNone/>
        <a:tabLst/>
        <a:defRPr sz="5800" b="1" i="0" u="none" strike="noStrike" cap="none" spc="-116" baseline="0">
          <a:solidFill>
            <a:srgbClr val="000000"/>
          </a:solidFill>
          <a:uFillTx/>
          <a:latin typeface="+mn-lt"/>
          <a:ea typeface="+mn-ea"/>
          <a:cs typeface="+mn-cs"/>
          <a:sym typeface="Helvetica Neue"/>
        </a:defRPr>
      </a:lvl3pPr>
      <a:lvl4pPr marL="0" marR="0" indent="685800" algn="l" defTabSz="1219169" rtl="0" latinLnBrk="0">
        <a:lnSpc>
          <a:spcPct val="80000"/>
        </a:lnSpc>
        <a:spcBef>
          <a:spcPts val="0"/>
        </a:spcBef>
        <a:spcAft>
          <a:spcPts val="0"/>
        </a:spcAft>
        <a:buClrTx/>
        <a:buSzTx/>
        <a:buFontTx/>
        <a:buNone/>
        <a:tabLst/>
        <a:defRPr sz="5800" b="1" i="0" u="none" strike="noStrike" cap="none" spc="-116" baseline="0">
          <a:solidFill>
            <a:srgbClr val="000000"/>
          </a:solidFill>
          <a:uFillTx/>
          <a:latin typeface="+mn-lt"/>
          <a:ea typeface="+mn-ea"/>
          <a:cs typeface="+mn-cs"/>
          <a:sym typeface="Helvetica Neue"/>
        </a:defRPr>
      </a:lvl4pPr>
      <a:lvl5pPr marL="0" marR="0" indent="914400" algn="l" defTabSz="1219169" rtl="0" latinLnBrk="0">
        <a:lnSpc>
          <a:spcPct val="80000"/>
        </a:lnSpc>
        <a:spcBef>
          <a:spcPts val="0"/>
        </a:spcBef>
        <a:spcAft>
          <a:spcPts val="0"/>
        </a:spcAft>
        <a:buClrTx/>
        <a:buSzTx/>
        <a:buFontTx/>
        <a:buNone/>
        <a:tabLst/>
        <a:defRPr sz="5800" b="1" i="0" u="none" strike="noStrike" cap="none" spc="-116" baseline="0">
          <a:solidFill>
            <a:srgbClr val="000000"/>
          </a:solidFill>
          <a:uFillTx/>
          <a:latin typeface="+mn-lt"/>
          <a:ea typeface="+mn-ea"/>
          <a:cs typeface="+mn-cs"/>
          <a:sym typeface="Helvetica Neue"/>
        </a:defRPr>
      </a:lvl5pPr>
      <a:lvl6pPr marL="0" marR="0" indent="1143000" algn="l" defTabSz="1219169" rtl="0" latinLnBrk="0">
        <a:lnSpc>
          <a:spcPct val="80000"/>
        </a:lnSpc>
        <a:spcBef>
          <a:spcPts val="0"/>
        </a:spcBef>
        <a:spcAft>
          <a:spcPts val="0"/>
        </a:spcAft>
        <a:buClrTx/>
        <a:buSzTx/>
        <a:buFontTx/>
        <a:buNone/>
        <a:tabLst/>
        <a:defRPr sz="5800" b="1" i="0" u="none" strike="noStrike" cap="none" spc="-116" baseline="0">
          <a:solidFill>
            <a:srgbClr val="000000"/>
          </a:solidFill>
          <a:uFillTx/>
          <a:latin typeface="+mn-lt"/>
          <a:ea typeface="+mn-ea"/>
          <a:cs typeface="+mn-cs"/>
          <a:sym typeface="Helvetica Neue"/>
        </a:defRPr>
      </a:lvl6pPr>
      <a:lvl7pPr marL="0" marR="0" indent="1371600" algn="l" defTabSz="1219169" rtl="0" latinLnBrk="0">
        <a:lnSpc>
          <a:spcPct val="80000"/>
        </a:lnSpc>
        <a:spcBef>
          <a:spcPts val="0"/>
        </a:spcBef>
        <a:spcAft>
          <a:spcPts val="0"/>
        </a:spcAft>
        <a:buClrTx/>
        <a:buSzTx/>
        <a:buFontTx/>
        <a:buNone/>
        <a:tabLst/>
        <a:defRPr sz="5800" b="1" i="0" u="none" strike="noStrike" cap="none" spc="-116" baseline="0">
          <a:solidFill>
            <a:srgbClr val="000000"/>
          </a:solidFill>
          <a:uFillTx/>
          <a:latin typeface="+mn-lt"/>
          <a:ea typeface="+mn-ea"/>
          <a:cs typeface="+mn-cs"/>
          <a:sym typeface="Helvetica Neue"/>
        </a:defRPr>
      </a:lvl7pPr>
      <a:lvl8pPr marL="0" marR="0" indent="1600200" algn="l" defTabSz="1219169" rtl="0" latinLnBrk="0">
        <a:lnSpc>
          <a:spcPct val="80000"/>
        </a:lnSpc>
        <a:spcBef>
          <a:spcPts val="0"/>
        </a:spcBef>
        <a:spcAft>
          <a:spcPts val="0"/>
        </a:spcAft>
        <a:buClrTx/>
        <a:buSzTx/>
        <a:buFontTx/>
        <a:buNone/>
        <a:tabLst/>
        <a:defRPr sz="5800" b="1" i="0" u="none" strike="noStrike" cap="none" spc="-116" baseline="0">
          <a:solidFill>
            <a:srgbClr val="000000"/>
          </a:solidFill>
          <a:uFillTx/>
          <a:latin typeface="+mn-lt"/>
          <a:ea typeface="+mn-ea"/>
          <a:cs typeface="+mn-cs"/>
          <a:sym typeface="Helvetica Neue"/>
        </a:defRPr>
      </a:lvl8pPr>
      <a:lvl9pPr marL="0" marR="0" indent="1828800" algn="l" defTabSz="1219169" rtl="0" latinLnBrk="0">
        <a:lnSpc>
          <a:spcPct val="80000"/>
        </a:lnSpc>
        <a:spcBef>
          <a:spcPts val="0"/>
        </a:spcBef>
        <a:spcAft>
          <a:spcPts val="0"/>
        </a:spcAft>
        <a:buClrTx/>
        <a:buSzTx/>
        <a:buFontTx/>
        <a:buNone/>
        <a:tabLst/>
        <a:defRPr sz="5800" b="1" i="0" u="none" strike="noStrike" cap="none" spc="-116" baseline="0">
          <a:solidFill>
            <a:srgbClr val="000000"/>
          </a:solidFill>
          <a:uFillTx/>
          <a:latin typeface="+mn-lt"/>
          <a:ea typeface="+mn-ea"/>
          <a:cs typeface="+mn-cs"/>
          <a:sym typeface="Helvetica Neue"/>
        </a:defRPr>
      </a:lvl9pPr>
    </p:titleStyle>
    <p:bodyStyle>
      <a:lvl1pPr marL="0" marR="0" indent="0" algn="l" defTabSz="412750" rtl="0" latinLnBrk="0">
        <a:lnSpc>
          <a:spcPct val="100000"/>
        </a:lnSpc>
        <a:spcBef>
          <a:spcPts val="0"/>
        </a:spcBef>
        <a:spcAft>
          <a:spcPts val="0"/>
        </a:spcAft>
        <a:buClrTx/>
        <a:buSzTx/>
        <a:buFontTx/>
        <a:buNone/>
        <a:tabLst/>
        <a:defRPr sz="2750" b="1" i="0" u="none" strike="noStrike" cap="none" spc="0" baseline="0">
          <a:solidFill>
            <a:srgbClr val="000000"/>
          </a:solidFill>
          <a:uFillTx/>
          <a:latin typeface="+mn-lt"/>
          <a:ea typeface="+mn-ea"/>
          <a:cs typeface="+mn-cs"/>
          <a:sym typeface="Helvetica Neue"/>
        </a:defRPr>
      </a:lvl1pPr>
      <a:lvl2pPr marL="0" marR="0" indent="228600" algn="l" defTabSz="412750" rtl="0" latinLnBrk="0">
        <a:lnSpc>
          <a:spcPct val="100000"/>
        </a:lnSpc>
        <a:spcBef>
          <a:spcPts val="0"/>
        </a:spcBef>
        <a:spcAft>
          <a:spcPts val="0"/>
        </a:spcAft>
        <a:buClrTx/>
        <a:buSzTx/>
        <a:buFontTx/>
        <a:buNone/>
        <a:tabLst/>
        <a:defRPr sz="2750" b="1" i="0" u="none" strike="noStrike" cap="none" spc="0" baseline="0">
          <a:solidFill>
            <a:srgbClr val="000000"/>
          </a:solidFill>
          <a:uFillTx/>
          <a:latin typeface="+mn-lt"/>
          <a:ea typeface="+mn-ea"/>
          <a:cs typeface="+mn-cs"/>
          <a:sym typeface="Helvetica Neue"/>
        </a:defRPr>
      </a:lvl2pPr>
      <a:lvl3pPr marL="0" marR="0" indent="457200" algn="l" defTabSz="412750" rtl="0" latinLnBrk="0">
        <a:lnSpc>
          <a:spcPct val="100000"/>
        </a:lnSpc>
        <a:spcBef>
          <a:spcPts val="0"/>
        </a:spcBef>
        <a:spcAft>
          <a:spcPts val="0"/>
        </a:spcAft>
        <a:buClrTx/>
        <a:buSzTx/>
        <a:buFontTx/>
        <a:buNone/>
        <a:tabLst/>
        <a:defRPr sz="2750" b="1" i="0" u="none" strike="noStrike" cap="none" spc="0" baseline="0">
          <a:solidFill>
            <a:srgbClr val="000000"/>
          </a:solidFill>
          <a:uFillTx/>
          <a:latin typeface="+mn-lt"/>
          <a:ea typeface="+mn-ea"/>
          <a:cs typeface="+mn-cs"/>
          <a:sym typeface="Helvetica Neue"/>
        </a:defRPr>
      </a:lvl3pPr>
      <a:lvl4pPr marL="0" marR="0" indent="685800" algn="l" defTabSz="412750" rtl="0" latinLnBrk="0">
        <a:lnSpc>
          <a:spcPct val="100000"/>
        </a:lnSpc>
        <a:spcBef>
          <a:spcPts val="0"/>
        </a:spcBef>
        <a:spcAft>
          <a:spcPts val="0"/>
        </a:spcAft>
        <a:buClrTx/>
        <a:buSzTx/>
        <a:buFontTx/>
        <a:buNone/>
        <a:tabLst/>
        <a:defRPr sz="2750" b="1" i="0" u="none" strike="noStrike" cap="none" spc="0" baseline="0">
          <a:solidFill>
            <a:srgbClr val="000000"/>
          </a:solidFill>
          <a:uFillTx/>
          <a:latin typeface="+mn-lt"/>
          <a:ea typeface="+mn-ea"/>
          <a:cs typeface="+mn-cs"/>
          <a:sym typeface="Helvetica Neue"/>
        </a:defRPr>
      </a:lvl4pPr>
      <a:lvl5pPr marL="0" marR="0" indent="914400" algn="l" defTabSz="412750" rtl="0" latinLnBrk="0">
        <a:lnSpc>
          <a:spcPct val="100000"/>
        </a:lnSpc>
        <a:spcBef>
          <a:spcPts val="0"/>
        </a:spcBef>
        <a:spcAft>
          <a:spcPts val="0"/>
        </a:spcAft>
        <a:buClrTx/>
        <a:buSzTx/>
        <a:buFontTx/>
        <a:buNone/>
        <a:tabLst/>
        <a:defRPr sz="2750" b="1" i="0" u="none" strike="noStrike" cap="none" spc="0" baseline="0">
          <a:solidFill>
            <a:srgbClr val="000000"/>
          </a:solidFill>
          <a:uFillTx/>
          <a:latin typeface="+mn-lt"/>
          <a:ea typeface="+mn-ea"/>
          <a:cs typeface="+mn-cs"/>
          <a:sym typeface="Helvetica Neue"/>
        </a:defRPr>
      </a:lvl5pPr>
      <a:lvl6pPr marL="0" marR="0" indent="1143000" algn="l" defTabSz="412750" rtl="0" latinLnBrk="0">
        <a:lnSpc>
          <a:spcPct val="100000"/>
        </a:lnSpc>
        <a:spcBef>
          <a:spcPts val="0"/>
        </a:spcBef>
        <a:spcAft>
          <a:spcPts val="0"/>
        </a:spcAft>
        <a:buClrTx/>
        <a:buSzTx/>
        <a:buFontTx/>
        <a:buNone/>
        <a:tabLst/>
        <a:defRPr sz="2750" b="1" i="0" u="none" strike="noStrike" cap="none" spc="0" baseline="0">
          <a:solidFill>
            <a:srgbClr val="000000"/>
          </a:solidFill>
          <a:uFillTx/>
          <a:latin typeface="+mn-lt"/>
          <a:ea typeface="+mn-ea"/>
          <a:cs typeface="+mn-cs"/>
          <a:sym typeface="Helvetica Neue"/>
        </a:defRPr>
      </a:lvl6pPr>
      <a:lvl7pPr marL="0" marR="0" indent="1371600" algn="l" defTabSz="412750" rtl="0" latinLnBrk="0">
        <a:lnSpc>
          <a:spcPct val="100000"/>
        </a:lnSpc>
        <a:spcBef>
          <a:spcPts val="0"/>
        </a:spcBef>
        <a:spcAft>
          <a:spcPts val="0"/>
        </a:spcAft>
        <a:buClrTx/>
        <a:buSzTx/>
        <a:buFontTx/>
        <a:buNone/>
        <a:tabLst/>
        <a:defRPr sz="2750" b="1" i="0" u="none" strike="noStrike" cap="none" spc="0" baseline="0">
          <a:solidFill>
            <a:srgbClr val="000000"/>
          </a:solidFill>
          <a:uFillTx/>
          <a:latin typeface="+mn-lt"/>
          <a:ea typeface="+mn-ea"/>
          <a:cs typeface="+mn-cs"/>
          <a:sym typeface="Helvetica Neue"/>
        </a:defRPr>
      </a:lvl7pPr>
      <a:lvl8pPr marL="0" marR="0" indent="1600200" algn="l" defTabSz="412750" rtl="0" latinLnBrk="0">
        <a:lnSpc>
          <a:spcPct val="100000"/>
        </a:lnSpc>
        <a:spcBef>
          <a:spcPts val="0"/>
        </a:spcBef>
        <a:spcAft>
          <a:spcPts val="0"/>
        </a:spcAft>
        <a:buClrTx/>
        <a:buSzTx/>
        <a:buFontTx/>
        <a:buNone/>
        <a:tabLst/>
        <a:defRPr sz="2750" b="1" i="0" u="none" strike="noStrike" cap="none" spc="0" baseline="0">
          <a:solidFill>
            <a:srgbClr val="000000"/>
          </a:solidFill>
          <a:uFillTx/>
          <a:latin typeface="+mn-lt"/>
          <a:ea typeface="+mn-ea"/>
          <a:cs typeface="+mn-cs"/>
          <a:sym typeface="Helvetica Neue"/>
        </a:defRPr>
      </a:lvl8pPr>
      <a:lvl9pPr marL="0" marR="0" indent="1828800" algn="l" defTabSz="412750" rtl="0" latinLnBrk="0">
        <a:lnSpc>
          <a:spcPct val="100000"/>
        </a:lnSpc>
        <a:spcBef>
          <a:spcPts val="0"/>
        </a:spcBef>
        <a:spcAft>
          <a:spcPts val="0"/>
        </a:spcAft>
        <a:buClrTx/>
        <a:buSzTx/>
        <a:buFontTx/>
        <a:buNone/>
        <a:tabLst/>
        <a:defRPr sz="2750" b="1" i="0" u="none" strike="noStrike" cap="none" spc="0" baseline="0">
          <a:solidFill>
            <a:srgbClr val="000000"/>
          </a:solidFill>
          <a:uFillTx/>
          <a:latin typeface="+mn-lt"/>
          <a:ea typeface="+mn-ea"/>
          <a:cs typeface="+mn-cs"/>
          <a:sym typeface="Helvetica Neue"/>
        </a:defRPr>
      </a:lvl9pPr>
    </p:bodyStyle>
    <p:otherStyle>
      <a:lvl1pPr marL="0" marR="0" indent="0" algn="ctr" defTabSz="2921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1pPr>
      <a:lvl2pPr marL="0" marR="0" indent="228600" algn="ctr" defTabSz="2921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2pPr>
      <a:lvl3pPr marL="0" marR="0" indent="457200" algn="ctr" defTabSz="2921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3pPr>
      <a:lvl4pPr marL="0" marR="0" indent="685800" algn="ctr" defTabSz="2921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4pPr>
      <a:lvl5pPr marL="0" marR="0" indent="914400" algn="ctr" defTabSz="2921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5pPr>
      <a:lvl6pPr marL="0" marR="0" indent="1143000" algn="ctr" defTabSz="2921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6pPr>
      <a:lvl7pPr marL="0" marR="0" indent="1371600" algn="ctr" defTabSz="2921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7pPr>
      <a:lvl8pPr marL="0" marR="0" indent="1600200" algn="ctr" defTabSz="2921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8pPr>
      <a:lvl9pPr marL="0" marR="0" indent="1828800" algn="ctr" defTabSz="2921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5.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5.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5.xml"/><Relationship Id="rId6" Type="http://schemas.openxmlformats.org/officeDocument/2006/relationships/image" Target="../media/image10.emf"/><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5.xml"/><Relationship Id="rId6" Type="http://schemas.openxmlformats.org/officeDocument/2006/relationships/image" Target="../media/image11.emf"/><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5.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15.xml"/><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Cover_SR.jpg" descr="Cover_SR.jpg"/>
          <p:cNvPicPr>
            <a:picLocks noChangeAspect="1"/>
          </p:cNvPicPr>
          <p:nvPr/>
        </p:nvPicPr>
        <p:blipFill>
          <a:blip r:embed="rId3"/>
          <a:stretch>
            <a:fillRect/>
          </a:stretch>
        </p:blipFill>
        <p:spPr>
          <a:xfrm>
            <a:off x="0" y="610"/>
            <a:ext cx="12192000" cy="6856781"/>
          </a:xfrm>
          <a:prstGeom prst="rect">
            <a:avLst/>
          </a:prstGeom>
          <a:ln w="12700">
            <a:miter lim="400000"/>
          </a:ln>
        </p:spPr>
      </p:pic>
      <p:sp>
        <p:nvSpPr>
          <p:cNvPr id="5" name="Título 1">
            <a:extLst>
              <a:ext uri="{FF2B5EF4-FFF2-40B4-BE49-F238E27FC236}">
                <a16:creationId xmlns:a16="http://schemas.microsoft.com/office/drawing/2014/main" id="{90FFE31D-3F80-40E9-9BDB-F3BEF70D2356}"/>
              </a:ext>
            </a:extLst>
          </p:cNvPr>
          <p:cNvSpPr txBox="1">
            <a:spLocks/>
          </p:cNvSpPr>
          <p:nvPr/>
        </p:nvSpPr>
        <p:spPr>
          <a:xfrm>
            <a:off x="5121965" y="2962726"/>
            <a:ext cx="6837945" cy="2515350"/>
          </a:xfrm>
          <a:prstGeom prst="rect">
            <a:avLst/>
          </a:prstGeom>
        </p:spPr>
        <p:txBody>
          <a:bodyPr lIns="91440" tIns="45720" rIns="91440" bIns="4572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6000">
                <a:solidFill>
                  <a:srgbClr val="E4CDB1"/>
                </a:solidFill>
                <a:latin typeface="Rajdhani" panose="02000000000000000000" pitchFamily="2" charset="0"/>
                <a:cs typeface="Rajdhani" panose="02000000000000000000" pitchFamily="2" charset="0"/>
              </a:rPr>
              <a:t>Cierre DRP </a:t>
            </a:r>
          </a:p>
          <a:p>
            <a:pPr algn="ctr"/>
            <a:r>
              <a:rPr lang="es-MX" sz="2000">
                <a:solidFill>
                  <a:srgbClr val="E4CDB1"/>
                </a:solidFill>
                <a:latin typeface="Rajdhani" panose="02000000000000000000" pitchFamily="2" charset="0"/>
                <a:cs typeface="Rajdhani" panose="02000000000000000000" pitchFamily="2" charset="0"/>
                <a:sym typeface="Rajdhani Bold"/>
              </a:rPr>
              <a:t>30 Septiembre 2022</a:t>
            </a:r>
          </a:p>
          <a:p>
            <a:pPr algn="r" defTabSz="825500"/>
            <a:r>
              <a:rPr lang="es-ES" sz="3200">
                <a:solidFill>
                  <a:srgbClr val="E4CDB1"/>
                </a:solidFill>
                <a:latin typeface="Rajdhani Bold"/>
                <a:cs typeface="Rajdhani Bold"/>
                <a:sym typeface="Rajdhani Bold"/>
              </a:rPr>
              <a:t> </a:t>
            </a:r>
            <a:endParaRPr lang="es-ES" sz="3200">
              <a:solidFill>
                <a:srgbClr val="E4CDB1"/>
              </a:solidFill>
              <a:latin typeface="Rajdhani Bold"/>
              <a:cs typeface="Rajdhani Bold"/>
            </a:endParaRPr>
          </a:p>
          <a:p>
            <a:endParaRPr lang="es-MX" sz="5400" b="1">
              <a:solidFill>
                <a:srgbClr val="E4D2B8"/>
              </a:solidFill>
              <a:latin typeface="Rajdhani SemiBold"/>
              <a:ea typeface="+mn-ea"/>
              <a:cs typeface="+mn-cs"/>
            </a:endParaRPr>
          </a:p>
        </p:txBody>
      </p:sp>
    </p:spTree>
    <p:extLst>
      <p:ext uri="{BB962C8B-B14F-4D97-AF65-F5344CB8AC3E}">
        <p14:creationId xmlns:p14="http://schemas.microsoft.com/office/powerpoint/2010/main" val="468401067"/>
      </p:ext>
    </p:extLst>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73535"/>
        </a:solidFill>
        <a:effectLst/>
      </p:bgPr>
    </p:bg>
    <p:spTree>
      <p:nvGrpSpPr>
        <p:cNvPr id="1" name=""/>
        <p:cNvGrpSpPr/>
        <p:nvPr/>
      </p:nvGrpSpPr>
      <p:grpSpPr>
        <a:xfrm>
          <a:off x="0" y="0"/>
          <a:ext cx="0" cy="0"/>
          <a:chOff x="0" y="0"/>
          <a:chExt cx="0" cy="0"/>
        </a:xfrm>
      </p:grpSpPr>
      <p:sp>
        <p:nvSpPr>
          <p:cNvPr id="50" name="Slide Number"/>
          <p:cNvSpPr txBox="1">
            <a:spLocks noGrp="1"/>
          </p:cNvSpPr>
          <p:nvPr>
            <p:ph type="sldNum" sz="quarter" idx="4294967295"/>
          </p:nvPr>
        </p:nvSpPr>
        <p:spPr>
          <a:xfrm>
            <a:off x="11743762" y="6335417"/>
            <a:ext cx="119762" cy="21590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412750">
              <a:defRPr sz="1000">
                <a:solidFill>
                  <a:srgbClr val="E4D2B8"/>
                </a:solidFill>
                <a:latin typeface="Rajdhani Bold"/>
                <a:ea typeface="Rajdhani Bold"/>
                <a:cs typeface="Rajdhani Bold"/>
                <a:sym typeface="Rajdhani Bold"/>
              </a:defRPr>
            </a:lvl1pPr>
          </a:lstStyle>
          <a:p>
            <a:pPr algn="ctr" hangingPunct="0">
              <a:defRPr/>
            </a:pPr>
            <a:fld id="{86CB4B4D-7CA3-9044-876B-883B54F8677D}" type="slidenum">
              <a:rPr kern="0"/>
              <a:pPr algn="ctr" hangingPunct="0">
                <a:defRPr/>
              </a:pPr>
              <a:t>2</a:t>
            </a:fld>
            <a:endParaRPr kern="0"/>
          </a:p>
        </p:txBody>
      </p:sp>
      <p:pic>
        <p:nvPicPr>
          <p:cNvPr id="52" name="Image" descr="Image"/>
          <p:cNvPicPr>
            <a:picLocks noChangeAspect="1"/>
          </p:cNvPicPr>
          <p:nvPr/>
        </p:nvPicPr>
        <p:blipFill>
          <a:blip r:embed="rId3">
            <a:alphaModFix amt="11000"/>
          </a:blip>
          <a:srcRect l="39668" t="61347" r="9540" b="2767"/>
          <a:stretch>
            <a:fillRect/>
          </a:stretch>
        </p:blipFill>
        <p:spPr>
          <a:xfrm>
            <a:off x="6095637" y="6662168"/>
            <a:ext cx="6080688" cy="386327"/>
          </a:xfrm>
          <a:prstGeom prst="rect">
            <a:avLst/>
          </a:prstGeom>
          <a:ln w="12700">
            <a:miter lim="400000"/>
          </a:ln>
        </p:spPr>
      </p:pic>
      <p:sp>
        <p:nvSpPr>
          <p:cNvPr id="11" name="Lorena Flores…">
            <a:extLst>
              <a:ext uri="{FF2B5EF4-FFF2-40B4-BE49-F238E27FC236}">
                <a16:creationId xmlns:a16="http://schemas.microsoft.com/office/drawing/2014/main" id="{189EF4FB-DA5C-42F8-8337-FCD90A7857C2}"/>
              </a:ext>
            </a:extLst>
          </p:cNvPr>
          <p:cNvSpPr txBox="1"/>
          <p:nvPr/>
        </p:nvSpPr>
        <p:spPr>
          <a:xfrm>
            <a:off x="1140679" y="342688"/>
            <a:ext cx="6976138" cy="57451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numCol="1" anchor="t">
            <a:spAutoFit/>
          </a:bodyPr>
          <a:lstStyle/>
          <a:p>
            <a:pPr defTabSz="412750" hangingPunct="0">
              <a:lnSpc>
                <a:spcPct val="80000"/>
              </a:lnSpc>
              <a:defRPr sz="4000">
                <a:solidFill>
                  <a:srgbClr val="E4CDB1"/>
                </a:solidFill>
                <a:latin typeface="Rajdhani Bold"/>
                <a:ea typeface="Rajdhani Bold"/>
                <a:cs typeface="Rajdhani Bold"/>
                <a:sym typeface="Rajdhani Bold"/>
              </a:defRPr>
            </a:pPr>
            <a:r>
              <a:rPr lang="es-MX" sz="4000" b="1" kern="0">
                <a:solidFill>
                  <a:srgbClr val="E4CDB1"/>
                </a:solidFill>
                <a:latin typeface="Rajdhani Bold"/>
                <a:cs typeface="Rajdhani Bold"/>
                <a:sym typeface="Rajdhani Bold"/>
              </a:rPr>
              <a:t>Agenda</a:t>
            </a:r>
            <a:endParaRPr sz="4000" b="1" kern="0">
              <a:solidFill>
                <a:srgbClr val="E4CDB1"/>
              </a:solidFill>
              <a:latin typeface="Rajdhani Bold"/>
              <a:cs typeface="Rajdhani Bold"/>
              <a:sym typeface="Rajdhani Bold"/>
            </a:endParaRPr>
          </a:p>
        </p:txBody>
      </p:sp>
      <p:pic>
        <p:nvPicPr>
          <p:cNvPr id="51" name="Image" descr="Image"/>
          <p:cNvPicPr>
            <a:picLocks noChangeAspect="1"/>
          </p:cNvPicPr>
          <p:nvPr/>
        </p:nvPicPr>
        <p:blipFill>
          <a:blip r:embed="rId4"/>
          <a:stretch>
            <a:fillRect/>
          </a:stretch>
        </p:blipFill>
        <p:spPr>
          <a:xfrm>
            <a:off x="303502" y="6242886"/>
            <a:ext cx="173553" cy="400966"/>
          </a:xfrm>
          <a:prstGeom prst="rect">
            <a:avLst/>
          </a:prstGeom>
          <a:ln w="12700">
            <a:miter lim="400000"/>
          </a:ln>
        </p:spPr>
      </p:pic>
      <p:pic>
        <p:nvPicPr>
          <p:cNvPr id="17" name="Image" descr="Image">
            <a:extLst>
              <a:ext uri="{FF2B5EF4-FFF2-40B4-BE49-F238E27FC236}">
                <a16:creationId xmlns:a16="http://schemas.microsoft.com/office/drawing/2014/main" id="{CDD536C2-578E-45DB-A41B-836829F690C0}"/>
              </a:ext>
            </a:extLst>
          </p:cNvPr>
          <p:cNvPicPr>
            <a:picLocks noChangeAspect="1"/>
          </p:cNvPicPr>
          <p:nvPr/>
        </p:nvPicPr>
        <p:blipFill>
          <a:blip r:embed="rId5">
            <a:lum bright="70000" contrast="-70000"/>
          </a:blip>
          <a:stretch>
            <a:fillRect/>
          </a:stretch>
        </p:blipFill>
        <p:spPr>
          <a:xfrm>
            <a:off x="477054" y="423096"/>
            <a:ext cx="591469" cy="348435"/>
          </a:xfrm>
          <a:prstGeom prst="rect">
            <a:avLst/>
          </a:prstGeom>
          <a:ln w="12700">
            <a:miter lim="400000"/>
          </a:ln>
        </p:spPr>
      </p:pic>
      <p:sp>
        <p:nvSpPr>
          <p:cNvPr id="18" name="Rectangle 1">
            <a:extLst>
              <a:ext uri="{FF2B5EF4-FFF2-40B4-BE49-F238E27FC236}">
                <a16:creationId xmlns:a16="http://schemas.microsoft.com/office/drawing/2014/main" id="{74E47F03-F6D5-4DC7-AA30-427348E5E536}"/>
              </a:ext>
            </a:extLst>
          </p:cNvPr>
          <p:cNvSpPr/>
          <p:nvPr/>
        </p:nvSpPr>
        <p:spPr>
          <a:xfrm>
            <a:off x="-636814" y="1669662"/>
            <a:ext cx="13732329" cy="4224952"/>
          </a:xfrm>
          <a:prstGeom prst="rect">
            <a:avLst/>
          </a:prstGeom>
          <a:solidFill>
            <a:srgbClr val="000000">
              <a:alpha val="40000"/>
            </a:srgbClr>
          </a:solidFill>
          <a:ln w="12700">
            <a:miter lim="400000"/>
          </a:ln>
        </p:spPr>
        <p:txBody>
          <a:bodyPr lIns="25400" tIns="25400" rIns="25400" bIns="25400" anchor="ctr"/>
          <a:lstStyle/>
          <a:p>
            <a:pPr lvl="2" defTabSz="412750" hangingPunct="0">
              <a:defRPr sz="3200">
                <a:solidFill>
                  <a:srgbClr val="FFFFFF"/>
                </a:solidFill>
                <a:latin typeface="Helvetica Neue Medium"/>
                <a:ea typeface="Helvetica Neue Medium"/>
                <a:cs typeface="Helvetica Neue Medium"/>
                <a:sym typeface="Helvetica Neue Medium"/>
              </a:defRPr>
            </a:pPr>
            <a:r>
              <a:rPr lang="es-ES" sz="1600" kern="0">
                <a:solidFill>
                  <a:srgbClr val="FFFFFF"/>
                </a:solidFill>
                <a:latin typeface="Rajdhani Light" panose="02000000000000000000" pitchFamily="2" charset="0"/>
                <a:cs typeface="Rajdhani Light" panose="02000000000000000000" pitchFamily="2" charset="0"/>
                <a:sym typeface="Helvetica Neue Medium"/>
              </a:rPr>
              <a:t>1.- Objetivos y Logros del Proyecto</a:t>
            </a:r>
          </a:p>
          <a:p>
            <a:pPr lvl="2" defTabSz="412750" hangingPunct="0">
              <a:defRPr sz="3200">
                <a:solidFill>
                  <a:srgbClr val="FFFFFF"/>
                </a:solidFill>
                <a:latin typeface="Helvetica Neue Medium"/>
                <a:ea typeface="Helvetica Neue Medium"/>
                <a:cs typeface="Helvetica Neue Medium"/>
                <a:sym typeface="Helvetica Neue Medium"/>
              </a:defRPr>
            </a:pPr>
            <a:endParaRPr lang="es-ES" sz="1600" kern="0">
              <a:solidFill>
                <a:srgbClr val="FFFFFF"/>
              </a:solidFill>
              <a:latin typeface="Rajdhani Light" panose="02000000000000000000" pitchFamily="2" charset="0"/>
              <a:cs typeface="Rajdhani Light" panose="02000000000000000000" pitchFamily="2" charset="0"/>
              <a:sym typeface="Helvetica Neue Medium"/>
            </a:endParaRPr>
          </a:p>
          <a:p>
            <a:pPr lvl="2" defTabSz="412750" hangingPunct="0">
              <a:defRPr sz="3200">
                <a:solidFill>
                  <a:srgbClr val="FFFFFF"/>
                </a:solidFill>
                <a:latin typeface="Helvetica Neue Medium"/>
                <a:ea typeface="Helvetica Neue Medium"/>
                <a:cs typeface="Helvetica Neue Medium"/>
                <a:sym typeface="Helvetica Neue Medium"/>
              </a:defRPr>
            </a:pPr>
            <a:r>
              <a:rPr lang="es-ES" sz="1600" kern="0">
                <a:solidFill>
                  <a:srgbClr val="FFFFFF"/>
                </a:solidFill>
                <a:latin typeface="Rajdhani Light" panose="02000000000000000000" pitchFamily="2" charset="0"/>
                <a:cs typeface="Rajdhani Light" panose="02000000000000000000" pitchFamily="2" charset="0"/>
                <a:sym typeface="Helvetica Neue Medium"/>
              </a:rPr>
              <a:t>2.-</a:t>
            </a:r>
            <a:r>
              <a:rPr lang="es-ES" sz="1600" kern="0">
                <a:solidFill>
                  <a:srgbClr val="FFFFFF"/>
                </a:solidFill>
                <a:latin typeface="Rajdhani Light" panose="02000000000000000000" pitchFamily="2" charset="0"/>
                <a:cs typeface="Rajdhani Light" panose="02000000000000000000" pitchFamily="2" charset="0"/>
                <a:sym typeface="Rajdhani Bold"/>
              </a:rPr>
              <a:t>Puntos relevantes </a:t>
            </a:r>
          </a:p>
          <a:p>
            <a:pPr lvl="2" defTabSz="412750" hangingPunct="0">
              <a:defRPr sz="3200">
                <a:solidFill>
                  <a:srgbClr val="FFFFFF"/>
                </a:solidFill>
                <a:latin typeface="Helvetica Neue Medium"/>
                <a:ea typeface="Helvetica Neue Medium"/>
                <a:cs typeface="Helvetica Neue Medium"/>
                <a:sym typeface="Helvetica Neue Medium"/>
              </a:defRPr>
            </a:pPr>
            <a:endParaRPr lang="es-ES" sz="1600" kern="0">
              <a:solidFill>
                <a:srgbClr val="FFFFFF"/>
              </a:solidFill>
              <a:latin typeface="Rajdhani Light" panose="02000000000000000000" pitchFamily="2" charset="0"/>
              <a:cs typeface="Rajdhani Light" panose="02000000000000000000" pitchFamily="2" charset="0"/>
              <a:sym typeface="Rajdhani Bold"/>
            </a:endParaRPr>
          </a:p>
          <a:p>
            <a:pPr lvl="2" defTabSz="412750" hangingPunct="0">
              <a:defRPr sz="3200">
                <a:solidFill>
                  <a:srgbClr val="FFFFFF"/>
                </a:solidFill>
                <a:latin typeface="Helvetica Neue Medium"/>
                <a:ea typeface="Helvetica Neue Medium"/>
                <a:cs typeface="Helvetica Neue Medium"/>
                <a:sym typeface="Helvetica Neue Medium"/>
              </a:defRPr>
            </a:pPr>
            <a:r>
              <a:rPr lang="es-MX" sz="1600" kern="0">
                <a:solidFill>
                  <a:srgbClr val="FFFFFF"/>
                </a:solidFill>
                <a:latin typeface="Rajdhani Light" panose="02000000000000000000" pitchFamily="2" charset="0"/>
                <a:cs typeface="Rajdhani Light" panose="02000000000000000000" pitchFamily="2" charset="0"/>
                <a:sym typeface="Rajdhani Bold"/>
              </a:rPr>
              <a:t>3.- Entregables</a:t>
            </a:r>
          </a:p>
          <a:p>
            <a:pPr lvl="2" defTabSz="412750" hangingPunct="0">
              <a:defRPr sz="3200">
                <a:solidFill>
                  <a:srgbClr val="FFFFFF"/>
                </a:solidFill>
                <a:latin typeface="Helvetica Neue Medium"/>
                <a:ea typeface="Helvetica Neue Medium"/>
                <a:cs typeface="Helvetica Neue Medium"/>
                <a:sym typeface="Helvetica Neue Medium"/>
              </a:defRPr>
            </a:pPr>
            <a:endParaRPr lang="es-MX" sz="1600" kern="0">
              <a:solidFill>
                <a:srgbClr val="FFFFFF"/>
              </a:solidFill>
              <a:latin typeface="Rajdhani Light" panose="02000000000000000000" pitchFamily="2" charset="0"/>
              <a:cs typeface="Rajdhani Light" panose="02000000000000000000" pitchFamily="2" charset="0"/>
              <a:sym typeface="Rajdhani Bold"/>
            </a:endParaRPr>
          </a:p>
          <a:p>
            <a:pPr lvl="2" defTabSz="412750" hangingPunct="0">
              <a:defRPr sz="3200">
                <a:solidFill>
                  <a:srgbClr val="FFFFFF"/>
                </a:solidFill>
                <a:latin typeface="Helvetica Neue Medium"/>
                <a:ea typeface="Helvetica Neue Medium"/>
                <a:cs typeface="Helvetica Neue Medium"/>
                <a:sym typeface="Helvetica Neue Medium"/>
              </a:defRPr>
            </a:pPr>
            <a:r>
              <a:rPr lang="es-MX" sz="1600" kern="0">
                <a:solidFill>
                  <a:srgbClr val="FFFFFF"/>
                </a:solidFill>
                <a:latin typeface="Rajdhani Light" panose="02000000000000000000" pitchFamily="2" charset="0"/>
                <a:cs typeface="Rajdhani Light" panose="02000000000000000000" pitchFamily="2" charset="0"/>
                <a:sym typeface="Rajdhani Bold"/>
              </a:rPr>
              <a:t>4.-Fechas planificadas y reales</a:t>
            </a:r>
          </a:p>
          <a:p>
            <a:pPr lvl="2" defTabSz="412750" hangingPunct="0">
              <a:defRPr sz="3200">
                <a:solidFill>
                  <a:srgbClr val="FFFFFF"/>
                </a:solidFill>
                <a:latin typeface="Helvetica Neue Medium"/>
                <a:ea typeface="Helvetica Neue Medium"/>
                <a:cs typeface="Helvetica Neue Medium"/>
                <a:sym typeface="Helvetica Neue Medium"/>
              </a:defRPr>
            </a:pPr>
            <a:endParaRPr lang="es-MX" sz="1600" kern="0">
              <a:solidFill>
                <a:srgbClr val="FFFFFF"/>
              </a:solidFill>
              <a:latin typeface="Rajdhani Light" panose="02000000000000000000" pitchFamily="2" charset="0"/>
              <a:cs typeface="Rajdhani Light" panose="02000000000000000000" pitchFamily="2" charset="0"/>
              <a:sym typeface="Rajdhani Bold"/>
            </a:endParaRPr>
          </a:p>
          <a:p>
            <a:pPr lvl="2" defTabSz="412750" hangingPunct="0">
              <a:defRPr sz="3200">
                <a:solidFill>
                  <a:srgbClr val="FFFFFF"/>
                </a:solidFill>
                <a:latin typeface="Helvetica Neue Medium"/>
                <a:ea typeface="Helvetica Neue Medium"/>
                <a:cs typeface="Helvetica Neue Medium"/>
                <a:sym typeface="Helvetica Neue Medium"/>
              </a:defRPr>
            </a:pPr>
            <a:r>
              <a:rPr lang="es-MX" sz="1600" kern="0">
                <a:solidFill>
                  <a:srgbClr val="FFFFFF"/>
                </a:solidFill>
                <a:latin typeface="Rajdhani Light" panose="02000000000000000000" pitchFamily="2" charset="0"/>
                <a:cs typeface="Rajdhani Light" panose="02000000000000000000" pitchFamily="2" charset="0"/>
                <a:sym typeface="Rajdhani Bold"/>
              </a:rPr>
              <a:t>5.- Costos Planificados y Reales </a:t>
            </a:r>
          </a:p>
          <a:p>
            <a:pPr lvl="2" defTabSz="412750" hangingPunct="0">
              <a:defRPr sz="3200">
                <a:solidFill>
                  <a:srgbClr val="FFFFFF"/>
                </a:solidFill>
                <a:latin typeface="Helvetica Neue Medium"/>
                <a:ea typeface="Helvetica Neue Medium"/>
                <a:cs typeface="Helvetica Neue Medium"/>
                <a:sym typeface="Helvetica Neue Medium"/>
              </a:defRPr>
            </a:pPr>
            <a:endParaRPr lang="es-MX" sz="1600" kern="0">
              <a:solidFill>
                <a:srgbClr val="FFFFFF"/>
              </a:solidFill>
              <a:latin typeface="Rajdhani Light" panose="02000000000000000000" pitchFamily="2" charset="0"/>
              <a:cs typeface="Rajdhani Light" panose="02000000000000000000" pitchFamily="2" charset="0"/>
              <a:sym typeface="Rajdhani Bold"/>
            </a:endParaRPr>
          </a:p>
          <a:p>
            <a:pPr lvl="2" defTabSz="412750" hangingPunct="0">
              <a:defRPr sz="3200">
                <a:solidFill>
                  <a:srgbClr val="FFFFFF"/>
                </a:solidFill>
                <a:latin typeface="Helvetica Neue Medium"/>
                <a:ea typeface="Helvetica Neue Medium"/>
                <a:cs typeface="Helvetica Neue Medium"/>
                <a:sym typeface="Helvetica Neue Medium"/>
              </a:defRPr>
            </a:pPr>
            <a:r>
              <a:rPr lang="es-MX" sz="1600" kern="0">
                <a:solidFill>
                  <a:srgbClr val="FFFFFF"/>
                </a:solidFill>
                <a:latin typeface="Rajdhani Light" panose="02000000000000000000" pitchFamily="2" charset="0"/>
                <a:cs typeface="Rajdhani Light" panose="02000000000000000000" pitchFamily="2" charset="0"/>
                <a:sym typeface="Rajdhani Bold"/>
              </a:rPr>
              <a:t>6.- Actividades de Seguimiento</a:t>
            </a:r>
          </a:p>
          <a:p>
            <a:pPr lvl="2" defTabSz="412750" hangingPunct="0">
              <a:defRPr sz="3200">
                <a:solidFill>
                  <a:srgbClr val="FFFFFF"/>
                </a:solidFill>
                <a:latin typeface="Helvetica Neue Medium"/>
                <a:ea typeface="Helvetica Neue Medium"/>
                <a:cs typeface="Helvetica Neue Medium"/>
                <a:sym typeface="Helvetica Neue Medium"/>
              </a:defRPr>
            </a:pPr>
            <a:endParaRPr lang="es-MX" sz="1600" kern="0">
              <a:solidFill>
                <a:srgbClr val="FFFFFF"/>
              </a:solidFill>
              <a:latin typeface="Rajdhani Light" panose="02000000000000000000" pitchFamily="2" charset="0"/>
              <a:cs typeface="Rajdhani Light" panose="02000000000000000000" pitchFamily="2" charset="0"/>
              <a:sym typeface="Rajdhani Bold"/>
            </a:endParaRPr>
          </a:p>
          <a:p>
            <a:pPr lvl="2" defTabSz="412750" hangingPunct="0">
              <a:defRPr sz="3200">
                <a:solidFill>
                  <a:srgbClr val="FFFFFF"/>
                </a:solidFill>
                <a:latin typeface="Helvetica Neue Medium"/>
                <a:ea typeface="Helvetica Neue Medium"/>
                <a:cs typeface="Helvetica Neue Medium"/>
                <a:sym typeface="Helvetica Neue Medium"/>
              </a:defRPr>
            </a:pPr>
            <a:r>
              <a:rPr lang="es-MX" sz="1600" kern="0">
                <a:solidFill>
                  <a:srgbClr val="FFFFFF"/>
                </a:solidFill>
                <a:latin typeface="Rajdhani Light" panose="02000000000000000000" pitchFamily="2" charset="0"/>
                <a:cs typeface="Rajdhani Light" panose="02000000000000000000" pitchFamily="2" charset="0"/>
                <a:sym typeface="Rajdhani Bold"/>
              </a:rPr>
              <a:t>7.- Transferencia Operativa</a:t>
            </a:r>
          </a:p>
          <a:p>
            <a:pPr lvl="2" defTabSz="412750" hangingPunct="0">
              <a:defRPr sz="3200">
                <a:solidFill>
                  <a:srgbClr val="FFFFFF"/>
                </a:solidFill>
                <a:latin typeface="Helvetica Neue Medium"/>
                <a:ea typeface="Helvetica Neue Medium"/>
                <a:cs typeface="Helvetica Neue Medium"/>
                <a:sym typeface="Helvetica Neue Medium"/>
              </a:defRPr>
            </a:pPr>
            <a:endParaRPr lang="es-MX" sz="1600" kern="0">
              <a:solidFill>
                <a:srgbClr val="FFFFFF"/>
              </a:solidFill>
              <a:latin typeface="Rajdhani Light" panose="02000000000000000000" pitchFamily="2" charset="0"/>
              <a:cs typeface="Rajdhani Light" panose="02000000000000000000" pitchFamily="2" charset="0"/>
              <a:sym typeface="Rajdhani Bold"/>
            </a:endParaRPr>
          </a:p>
          <a:p>
            <a:pPr lvl="2" defTabSz="412750" hangingPunct="0">
              <a:defRPr sz="3200">
                <a:solidFill>
                  <a:srgbClr val="FFFFFF"/>
                </a:solidFill>
                <a:latin typeface="Helvetica Neue Medium"/>
                <a:ea typeface="Helvetica Neue Medium"/>
                <a:cs typeface="Helvetica Neue Medium"/>
                <a:sym typeface="Helvetica Neue Medium"/>
              </a:defRPr>
            </a:pPr>
            <a:r>
              <a:rPr lang="es-MX" sz="1600" kern="0">
                <a:solidFill>
                  <a:srgbClr val="FFFFFF"/>
                </a:solidFill>
                <a:latin typeface="Rajdhani Light"/>
                <a:cs typeface="Rajdhani Light" panose="02000000000000000000" pitchFamily="2" charset="0"/>
                <a:sym typeface="Rajdhani Bold"/>
              </a:rPr>
              <a:t>8.- </a:t>
            </a:r>
            <a:r>
              <a:rPr lang="es-MX" sz="1600" kern="0">
                <a:solidFill>
                  <a:srgbClr val="FFFFFF"/>
                </a:solidFill>
                <a:latin typeface="Rajdhani Light"/>
                <a:ea typeface="+mn-lt"/>
                <a:cs typeface="+mn-lt"/>
                <a:sym typeface="Rajdhani Bold"/>
              </a:rPr>
              <a:t>Lecciones Aprendidas </a:t>
            </a:r>
            <a:endParaRPr lang="es-MX" sz="1400" kern="0">
              <a:solidFill>
                <a:srgbClr val="000000"/>
              </a:solidFill>
              <a:ea typeface="+mn-lt"/>
              <a:cs typeface="+mn-lt"/>
            </a:endParaRPr>
          </a:p>
          <a:p>
            <a:pPr lvl="2" defTabSz="412750" hangingPunct="0">
              <a:defRPr sz="3200">
                <a:solidFill>
                  <a:srgbClr val="FFFFFF"/>
                </a:solidFill>
                <a:latin typeface="Helvetica Neue Medium"/>
                <a:ea typeface="Helvetica Neue Medium"/>
                <a:cs typeface="Helvetica Neue Medium"/>
                <a:sym typeface="Helvetica Neue Medium"/>
              </a:defRPr>
            </a:pPr>
            <a:endParaRPr lang="es-ES" sz="1600" kern="0">
              <a:solidFill>
                <a:srgbClr val="FFFFFF"/>
              </a:solidFill>
              <a:latin typeface="Rajdhani Light" panose="02000000000000000000" pitchFamily="2" charset="0"/>
              <a:cs typeface="Rajdhani Light" panose="02000000000000000000" pitchFamily="2" charset="0"/>
              <a:sym typeface="Rajdhani Bold"/>
            </a:endParaRPr>
          </a:p>
          <a:p>
            <a:pPr defTabSz="412750" hangingPunct="0">
              <a:defRPr sz="3200">
                <a:solidFill>
                  <a:srgbClr val="FFFFFF"/>
                </a:solidFill>
                <a:latin typeface="Helvetica Neue Medium"/>
                <a:ea typeface="Helvetica Neue Medium"/>
                <a:cs typeface="Helvetica Neue Medium"/>
                <a:sym typeface="Helvetica Neue Medium"/>
              </a:defRPr>
            </a:pPr>
            <a:endParaRPr sz="1600" kern="0">
              <a:solidFill>
                <a:srgbClr val="FFFFFF"/>
              </a:solidFill>
              <a:latin typeface="Helvetica Neue Medium"/>
              <a:sym typeface="Helvetica Neue Medium"/>
            </a:endParaRPr>
          </a:p>
        </p:txBody>
      </p:sp>
      <p:pic>
        <p:nvPicPr>
          <p:cNvPr id="2" name="Picture 2" descr="Qué es Plan de Recuperación de Desastres (DRP)?">
            <a:extLst>
              <a:ext uri="{FF2B5EF4-FFF2-40B4-BE49-F238E27FC236}">
                <a16:creationId xmlns:a16="http://schemas.microsoft.com/office/drawing/2014/main" id="{F3ED5753-C13E-70BC-E0F6-F2D60C87ADC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83101" y="1929507"/>
            <a:ext cx="5188311" cy="37829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73535"/>
        </a:solidFill>
        <a:effectLst/>
      </p:bgPr>
    </p:bg>
    <p:spTree>
      <p:nvGrpSpPr>
        <p:cNvPr id="1" name=""/>
        <p:cNvGrpSpPr/>
        <p:nvPr/>
      </p:nvGrpSpPr>
      <p:grpSpPr>
        <a:xfrm>
          <a:off x="0" y="0"/>
          <a:ext cx="0" cy="0"/>
          <a:chOff x="0" y="0"/>
          <a:chExt cx="0" cy="0"/>
        </a:xfrm>
      </p:grpSpPr>
      <p:sp>
        <p:nvSpPr>
          <p:cNvPr id="12" name="Rectangle 1">
            <a:extLst>
              <a:ext uri="{FF2B5EF4-FFF2-40B4-BE49-F238E27FC236}">
                <a16:creationId xmlns:a16="http://schemas.microsoft.com/office/drawing/2014/main" id="{ED690374-BF8B-4530-ABF1-B291C9E34825}"/>
              </a:ext>
            </a:extLst>
          </p:cNvPr>
          <p:cNvSpPr/>
          <p:nvPr/>
        </p:nvSpPr>
        <p:spPr>
          <a:xfrm>
            <a:off x="-569638" y="1584621"/>
            <a:ext cx="13732329" cy="4224952"/>
          </a:xfrm>
          <a:prstGeom prst="rect">
            <a:avLst/>
          </a:prstGeom>
          <a:solidFill>
            <a:srgbClr val="000000">
              <a:alpha val="40000"/>
            </a:srgbClr>
          </a:solidFill>
          <a:ln w="12700">
            <a:miter lim="400000"/>
          </a:ln>
        </p:spPr>
        <p:txBody>
          <a:bodyPr lIns="25400" tIns="25400" rIns="25400" bIns="25400" anchor="ctr"/>
          <a:lstStyle/>
          <a:p>
            <a:pPr algn="ctr" defTabSz="412750" hangingPunct="0">
              <a:defRPr sz="3200">
                <a:solidFill>
                  <a:srgbClr val="FFFFFF"/>
                </a:solidFill>
                <a:latin typeface="Helvetica Neue Medium"/>
                <a:ea typeface="Helvetica Neue Medium"/>
                <a:cs typeface="Helvetica Neue Medium"/>
                <a:sym typeface="Helvetica Neue Medium"/>
              </a:defRPr>
            </a:pPr>
            <a:endParaRPr sz="1600" kern="0">
              <a:solidFill>
                <a:srgbClr val="FFFFFF"/>
              </a:solidFill>
              <a:latin typeface="Helvetica Neue Medium"/>
              <a:sym typeface="Helvetica Neue Medium"/>
            </a:endParaRPr>
          </a:p>
        </p:txBody>
      </p:sp>
      <p:pic>
        <p:nvPicPr>
          <p:cNvPr id="52" name="Image" descr="Image"/>
          <p:cNvPicPr>
            <a:picLocks noChangeAspect="1"/>
          </p:cNvPicPr>
          <p:nvPr/>
        </p:nvPicPr>
        <p:blipFill>
          <a:blip r:embed="rId3">
            <a:alphaModFix amt="11000"/>
          </a:blip>
          <a:srcRect l="39668" t="61347" r="9540" b="2767"/>
          <a:stretch>
            <a:fillRect/>
          </a:stretch>
        </p:blipFill>
        <p:spPr>
          <a:xfrm>
            <a:off x="6095637" y="6662168"/>
            <a:ext cx="6080688" cy="386327"/>
          </a:xfrm>
          <a:prstGeom prst="rect">
            <a:avLst/>
          </a:prstGeom>
          <a:ln w="12700">
            <a:miter lim="400000"/>
          </a:ln>
        </p:spPr>
      </p:pic>
      <p:sp>
        <p:nvSpPr>
          <p:cNvPr id="11" name="Lorena Flores…">
            <a:extLst>
              <a:ext uri="{FF2B5EF4-FFF2-40B4-BE49-F238E27FC236}">
                <a16:creationId xmlns:a16="http://schemas.microsoft.com/office/drawing/2014/main" id="{189EF4FB-DA5C-42F8-8337-FCD90A7857C2}"/>
              </a:ext>
            </a:extLst>
          </p:cNvPr>
          <p:cNvSpPr txBox="1"/>
          <p:nvPr/>
        </p:nvSpPr>
        <p:spPr>
          <a:xfrm>
            <a:off x="1140679" y="342688"/>
            <a:ext cx="8833315" cy="57451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numCol="1" anchor="t">
            <a:spAutoFit/>
          </a:bodyPr>
          <a:lstStyle/>
          <a:p>
            <a:pPr defTabSz="412750" hangingPunct="0">
              <a:lnSpc>
                <a:spcPct val="80000"/>
              </a:lnSpc>
              <a:defRPr sz="4000">
                <a:solidFill>
                  <a:srgbClr val="E4CDB1"/>
                </a:solidFill>
                <a:latin typeface="Rajdhani Bold"/>
                <a:ea typeface="Rajdhani Bold"/>
                <a:cs typeface="Rajdhani Bold"/>
                <a:sym typeface="Rajdhani Bold"/>
              </a:defRPr>
            </a:pPr>
            <a:r>
              <a:rPr lang="es-MX" sz="4000" kern="0">
                <a:solidFill>
                  <a:srgbClr val="E4CDB1"/>
                </a:solidFill>
                <a:latin typeface="Rajdhani Bold"/>
                <a:cs typeface="Rajdhani Bold"/>
                <a:sym typeface="Rajdhani Bold"/>
              </a:rPr>
              <a:t>Objetivos y Logros </a:t>
            </a:r>
            <a:endParaRPr sz="4000" kern="0">
              <a:solidFill>
                <a:srgbClr val="E4CDB1"/>
              </a:solidFill>
              <a:latin typeface="Rajdhani Bold"/>
              <a:cs typeface="Rajdhani Bold"/>
              <a:sym typeface="Rajdhani Bold"/>
            </a:endParaRPr>
          </a:p>
        </p:txBody>
      </p:sp>
      <p:pic>
        <p:nvPicPr>
          <p:cNvPr id="51" name="Image" descr="Image"/>
          <p:cNvPicPr>
            <a:picLocks noChangeAspect="1"/>
          </p:cNvPicPr>
          <p:nvPr/>
        </p:nvPicPr>
        <p:blipFill>
          <a:blip r:embed="rId4"/>
          <a:stretch>
            <a:fillRect/>
          </a:stretch>
        </p:blipFill>
        <p:spPr>
          <a:xfrm>
            <a:off x="303502" y="6242886"/>
            <a:ext cx="173553" cy="400966"/>
          </a:xfrm>
          <a:prstGeom prst="rect">
            <a:avLst/>
          </a:prstGeom>
          <a:ln w="12700">
            <a:miter lim="400000"/>
          </a:ln>
        </p:spPr>
      </p:pic>
      <p:pic>
        <p:nvPicPr>
          <p:cNvPr id="17" name="Image" descr="Image">
            <a:extLst>
              <a:ext uri="{FF2B5EF4-FFF2-40B4-BE49-F238E27FC236}">
                <a16:creationId xmlns:a16="http://schemas.microsoft.com/office/drawing/2014/main" id="{CDD536C2-578E-45DB-A41B-836829F690C0}"/>
              </a:ext>
            </a:extLst>
          </p:cNvPr>
          <p:cNvPicPr>
            <a:picLocks noChangeAspect="1"/>
          </p:cNvPicPr>
          <p:nvPr/>
        </p:nvPicPr>
        <p:blipFill>
          <a:blip r:embed="rId5">
            <a:lum bright="70000" contrast="-70000"/>
          </a:blip>
          <a:stretch>
            <a:fillRect/>
          </a:stretch>
        </p:blipFill>
        <p:spPr>
          <a:xfrm>
            <a:off x="477054" y="423096"/>
            <a:ext cx="591469" cy="348435"/>
          </a:xfrm>
          <a:prstGeom prst="rect">
            <a:avLst/>
          </a:prstGeom>
          <a:ln w="12700">
            <a:miter lim="400000"/>
          </a:ln>
        </p:spPr>
      </p:pic>
      <p:sp>
        <p:nvSpPr>
          <p:cNvPr id="4" name="CuadroTexto 3">
            <a:extLst>
              <a:ext uri="{FF2B5EF4-FFF2-40B4-BE49-F238E27FC236}">
                <a16:creationId xmlns:a16="http://schemas.microsoft.com/office/drawing/2014/main" id="{3B2C97E4-0F39-E5A6-4074-3A1F39D1E389}"/>
              </a:ext>
            </a:extLst>
          </p:cNvPr>
          <p:cNvSpPr txBox="1"/>
          <p:nvPr/>
        </p:nvSpPr>
        <p:spPr>
          <a:xfrm>
            <a:off x="3256548" y="1831051"/>
            <a:ext cx="7619999" cy="36411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457200" indent="-457200" defTabSz="412750" hangingPunct="0">
              <a:lnSpc>
                <a:spcPct val="80000"/>
              </a:lnSpc>
              <a:buFont typeface="Arial" panose="020B0604020202020204" pitchFamily="34" charset="0"/>
              <a:buChar char="•"/>
              <a:defRPr sz="3200">
                <a:solidFill>
                  <a:srgbClr val="79776B"/>
                </a:solidFill>
                <a:latin typeface="Rajdhani Medium"/>
                <a:ea typeface="Rajdhani Medium"/>
                <a:cs typeface="Rajdhani Medium"/>
                <a:sym typeface="Rajdhani Medium"/>
              </a:defRPr>
            </a:pPr>
            <a:r>
              <a:rPr lang="es-MX" sz="1600">
                <a:solidFill>
                  <a:srgbClr val="FFFFFF"/>
                </a:solidFill>
                <a:latin typeface="Rajdhani Light" panose="02000000000000000000" pitchFamily="2" charset="0"/>
                <a:cs typeface="Rajdhani Light" panose="02000000000000000000" pitchFamily="2" charset="0"/>
                <a:sym typeface="Rajdhani Medium"/>
              </a:rPr>
              <a:t>Implementación entorno de recuperación (DRP) nube AWS.</a:t>
            </a:r>
          </a:p>
          <a:p>
            <a:pPr defTabSz="412750" hangingPunct="0">
              <a:lnSpc>
                <a:spcPct val="80000"/>
              </a:lnSpc>
              <a:defRPr sz="3200">
                <a:solidFill>
                  <a:srgbClr val="79776B"/>
                </a:solidFill>
                <a:latin typeface="Rajdhani Medium"/>
                <a:ea typeface="Rajdhani Medium"/>
                <a:cs typeface="Rajdhani Medium"/>
                <a:sym typeface="Rajdhani Medium"/>
              </a:defRPr>
            </a:pPr>
            <a:endParaRPr lang="es-MX" sz="1600">
              <a:solidFill>
                <a:srgbClr val="FFFFFF"/>
              </a:solidFill>
              <a:latin typeface="Rajdhani Light" panose="02000000000000000000" pitchFamily="2" charset="0"/>
              <a:cs typeface="Rajdhani Light" panose="02000000000000000000" pitchFamily="2" charset="0"/>
              <a:sym typeface="Rajdhani Medium"/>
            </a:endParaRPr>
          </a:p>
          <a:p>
            <a:pPr marL="457200" indent="-457200" defTabSz="412750" hangingPunct="0">
              <a:lnSpc>
                <a:spcPct val="80000"/>
              </a:lnSpc>
              <a:buFont typeface="Arial" panose="020B0604020202020204" pitchFamily="34" charset="0"/>
              <a:buChar char="•"/>
              <a:defRPr sz="3200">
                <a:solidFill>
                  <a:srgbClr val="79776B"/>
                </a:solidFill>
                <a:latin typeface="Rajdhani Medium"/>
                <a:ea typeface="Rajdhani Medium"/>
                <a:cs typeface="Rajdhani Medium"/>
                <a:sym typeface="Rajdhani Medium"/>
              </a:defRPr>
            </a:pPr>
            <a:endParaRPr lang="es-MX" sz="1600">
              <a:solidFill>
                <a:srgbClr val="FFFFFF"/>
              </a:solidFill>
              <a:latin typeface="Rajdhani Light" panose="02000000000000000000" pitchFamily="2" charset="0"/>
              <a:cs typeface="Rajdhani Light" panose="02000000000000000000" pitchFamily="2" charset="0"/>
              <a:sym typeface="Rajdhani Medium"/>
            </a:endParaRPr>
          </a:p>
          <a:p>
            <a:pPr marL="457200" indent="-457200" defTabSz="412750" hangingPunct="0">
              <a:lnSpc>
                <a:spcPct val="80000"/>
              </a:lnSpc>
              <a:buFont typeface="Arial" panose="020B0604020202020204" pitchFamily="34" charset="0"/>
              <a:buChar char="•"/>
              <a:defRPr sz="3200">
                <a:solidFill>
                  <a:srgbClr val="79776B"/>
                </a:solidFill>
                <a:latin typeface="Rajdhani Medium"/>
                <a:ea typeface="Rajdhani Medium"/>
                <a:cs typeface="Rajdhani Medium"/>
                <a:sym typeface="Rajdhani Medium"/>
              </a:defRPr>
            </a:pPr>
            <a:r>
              <a:rPr lang="es-MX" sz="1600">
                <a:solidFill>
                  <a:srgbClr val="FFFFFF"/>
                </a:solidFill>
                <a:latin typeface="Rajdhani Light" panose="02000000000000000000" pitchFamily="2" charset="0"/>
                <a:cs typeface="Rajdhani Light" panose="02000000000000000000" pitchFamily="2" charset="0"/>
                <a:sym typeface="Rajdhani Medium"/>
              </a:rPr>
              <a:t>Replicas </a:t>
            </a:r>
            <a:r>
              <a:rPr lang="es-MX" sz="1600" err="1">
                <a:solidFill>
                  <a:srgbClr val="FFFFFF"/>
                </a:solidFill>
                <a:latin typeface="Rajdhani Light" panose="02000000000000000000" pitchFamily="2" charset="0"/>
                <a:cs typeface="Rajdhani Light" panose="02000000000000000000" pitchFamily="2" charset="0"/>
                <a:sym typeface="Rajdhani Medium"/>
              </a:rPr>
              <a:t>mirror</a:t>
            </a:r>
            <a:r>
              <a:rPr lang="es-MX" sz="1600">
                <a:solidFill>
                  <a:srgbClr val="FFFFFF"/>
                </a:solidFill>
                <a:latin typeface="Rajdhani Light" panose="02000000000000000000" pitchFamily="2" charset="0"/>
                <a:cs typeface="Rajdhani Light" panose="02000000000000000000" pitchFamily="2" charset="0"/>
                <a:sym typeface="Rajdhani Medium"/>
              </a:rPr>
              <a:t> de sistemas críticos Full-Price (19).</a:t>
            </a:r>
          </a:p>
          <a:p>
            <a:pPr marL="457200" indent="-457200" defTabSz="412750" hangingPunct="0">
              <a:lnSpc>
                <a:spcPct val="80000"/>
              </a:lnSpc>
              <a:buFont typeface="Arial" panose="020B0604020202020204" pitchFamily="34" charset="0"/>
              <a:buChar char="•"/>
              <a:defRPr sz="3200">
                <a:solidFill>
                  <a:srgbClr val="79776B"/>
                </a:solidFill>
                <a:latin typeface="Rajdhani Medium"/>
                <a:ea typeface="Rajdhani Medium"/>
                <a:cs typeface="Rajdhani Medium"/>
                <a:sym typeface="Rajdhani Medium"/>
              </a:defRPr>
            </a:pPr>
            <a:endParaRPr lang="es-MX" sz="1600">
              <a:solidFill>
                <a:srgbClr val="FFFFFF"/>
              </a:solidFill>
              <a:latin typeface="Rajdhani Light" panose="02000000000000000000" pitchFamily="2" charset="0"/>
              <a:cs typeface="Rajdhani Light" panose="02000000000000000000" pitchFamily="2" charset="0"/>
              <a:sym typeface="Rajdhani Medium"/>
            </a:endParaRPr>
          </a:p>
          <a:p>
            <a:pPr marL="457200" indent="-457200" defTabSz="412750" hangingPunct="0">
              <a:lnSpc>
                <a:spcPct val="80000"/>
              </a:lnSpc>
              <a:buFont typeface="Arial" panose="020B0604020202020204" pitchFamily="34" charset="0"/>
              <a:buChar char="•"/>
              <a:defRPr sz="3200">
                <a:solidFill>
                  <a:srgbClr val="79776B"/>
                </a:solidFill>
                <a:latin typeface="Rajdhani Medium"/>
                <a:ea typeface="Rajdhani Medium"/>
                <a:cs typeface="Rajdhani Medium"/>
                <a:sym typeface="Rajdhani Medium"/>
              </a:defRPr>
            </a:pPr>
            <a:r>
              <a:rPr lang="es-MX" sz="1600">
                <a:solidFill>
                  <a:srgbClr val="FFFFFF"/>
                </a:solidFill>
                <a:latin typeface="Rajdhani Light" panose="02000000000000000000" pitchFamily="2" charset="0"/>
                <a:cs typeface="Rajdhani Light" panose="02000000000000000000" pitchFamily="2" charset="0"/>
                <a:sym typeface="Rajdhani Medium"/>
              </a:rPr>
              <a:t>Entrenamiento para acceso por VPN y configuración del ambiente DRP.</a:t>
            </a:r>
          </a:p>
          <a:p>
            <a:pPr marL="457200" indent="-457200" defTabSz="412750" hangingPunct="0">
              <a:lnSpc>
                <a:spcPct val="80000"/>
              </a:lnSpc>
              <a:buFont typeface="Arial" panose="020B0604020202020204" pitchFamily="34" charset="0"/>
              <a:buChar char="•"/>
              <a:defRPr sz="3200">
                <a:solidFill>
                  <a:srgbClr val="79776B"/>
                </a:solidFill>
                <a:latin typeface="Rajdhani Medium"/>
                <a:ea typeface="Rajdhani Medium"/>
                <a:cs typeface="Rajdhani Medium"/>
                <a:sym typeface="Rajdhani Medium"/>
              </a:defRPr>
            </a:pPr>
            <a:endParaRPr lang="es-MX" sz="1600">
              <a:solidFill>
                <a:srgbClr val="FFFFFF"/>
              </a:solidFill>
              <a:latin typeface="Rajdhani Light" panose="02000000000000000000" pitchFamily="2" charset="0"/>
              <a:cs typeface="Rajdhani Light" panose="02000000000000000000" pitchFamily="2" charset="0"/>
              <a:sym typeface="Rajdhani Medium"/>
            </a:endParaRPr>
          </a:p>
          <a:p>
            <a:pPr marL="457200" indent="-457200" defTabSz="412750" hangingPunct="0">
              <a:lnSpc>
                <a:spcPct val="80000"/>
              </a:lnSpc>
              <a:buFont typeface="Arial" panose="020B0604020202020204" pitchFamily="34" charset="0"/>
              <a:buChar char="•"/>
              <a:defRPr sz="3200">
                <a:solidFill>
                  <a:srgbClr val="79776B"/>
                </a:solidFill>
                <a:latin typeface="Rajdhani Medium"/>
                <a:ea typeface="Rajdhani Medium"/>
                <a:cs typeface="Rajdhani Medium"/>
                <a:sym typeface="Rajdhani Medium"/>
              </a:defRPr>
            </a:pPr>
            <a:r>
              <a:rPr lang="es-MX" sz="1600">
                <a:solidFill>
                  <a:srgbClr val="FFFFFF"/>
                </a:solidFill>
                <a:latin typeface="Rajdhani Light" panose="02000000000000000000" pitchFamily="2" charset="0"/>
                <a:cs typeface="Rajdhani Light" panose="02000000000000000000" pitchFamily="2" charset="0"/>
                <a:sym typeface="Rajdhani Medium"/>
              </a:rPr>
              <a:t>Pruebas al plan 2 veces al año.</a:t>
            </a:r>
          </a:p>
          <a:p>
            <a:pPr lvl="1" defTabSz="412750" hangingPunct="0">
              <a:lnSpc>
                <a:spcPct val="80000"/>
              </a:lnSpc>
              <a:defRPr sz="3200">
                <a:solidFill>
                  <a:srgbClr val="79776B"/>
                </a:solidFill>
                <a:latin typeface="Rajdhani Medium"/>
                <a:ea typeface="Rajdhani Medium"/>
                <a:cs typeface="Rajdhani Medium"/>
                <a:sym typeface="Rajdhani Medium"/>
              </a:defRPr>
            </a:pPr>
            <a:endParaRPr lang="es-MX" sz="1600">
              <a:solidFill>
                <a:srgbClr val="FFFFFF"/>
              </a:solidFill>
              <a:latin typeface="Rajdhani Light" panose="02000000000000000000" pitchFamily="2" charset="0"/>
              <a:cs typeface="Rajdhani Light" panose="02000000000000000000" pitchFamily="2" charset="0"/>
              <a:sym typeface="Rajdhani Medium"/>
            </a:endParaRPr>
          </a:p>
          <a:p>
            <a:pPr marL="457200" indent="-457200" defTabSz="412750" hangingPunct="0">
              <a:lnSpc>
                <a:spcPct val="80000"/>
              </a:lnSpc>
              <a:buFont typeface="Arial" panose="020B0604020202020204" pitchFamily="34" charset="0"/>
              <a:buChar char="•"/>
              <a:defRPr sz="3200">
                <a:solidFill>
                  <a:srgbClr val="79776B"/>
                </a:solidFill>
                <a:latin typeface="Rajdhani Medium"/>
                <a:ea typeface="Rajdhani Medium"/>
                <a:cs typeface="Rajdhani Medium"/>
                <a:sym typeface="Rajdhani Medium"/>
              </a:defRPr>
            </a:pPr>
            <a:r>
              <a:rPr lang="es-MX" sz="1600">
                <a:solidFill>
                  <a:srgbClr val="FFFFFF"/>
                </a:solidFill>
                <a:latin typeface="Rajdhani Light" panose="02000000000000000000" pitchFamily="2" charset="0"/>
                <a:cs typeface="Rajdhani Light" panose="02000000000000000000" pitchFamily="2" charset="0"/>
                <a:sym typeface="Rajdhani Medium"/>
              </a:rPr>
              <a:t>Desarrollo de Plan de Recuperación ante Desastres y procedimientos de administración de crisis.</a:t>
            </a:r>
          </a:p>
          <a:p>
            <a:pPr defTabSz="412750" hangingPunct="0">
              <a:lnSpc>
                <a:spcPct val="80000"/>
              </a:lnSpc>
              <a:defRPr sz="3200">
                <a:solidFill>
                  <a:srgbClr val="79776B"/>
                </a:solidFill>
                <a:latin typeface="Rajdhani Medium"/>
                <a:ea typeface="Rajdhani Medium"/>
                <a:cs typeface="Rajdhani Medium"/>
                <a:sym typeface="Rajdhani Medium"/>
              </a:defRPr>
            </a:pPr>
            <a:endParaRPr lang="es-MX" sz="1600">
              <a:solidFill>
                <a:srgbClr val="FFFFFF"/>
              </a:solidFill>
              <a:latin typeface="Rajdhani Light" panose="02000000000000000000" pitchFamily="2" charset="0"/>
              <a:cs typeface="Rajdhani Light" panose="02000000000000000000" pitchFamily="2" charset="0"/>
              <a:sym typeface="Rajdhani Medium"/>
            </a:endParaRPr>
          </a:p>
          <a:p>
            <a:pPr marL="457200" indent="-457200" defTabSz="412750" hangingPunct="0">
              <a:lnSpc>
                <a:spcPct val="80000"/>
              </a:lnSpc>
              <a:buFont typeface="Arial" panose="020B0604020202020204" pitchFamily="34" charset="0"/>
              <a:buChar char="•"/>
              <a:defRPr sz="3200">
                <a:solidFill>
                  <a:srgbClr val="79776B"/>
                </a:solidFill>
                <a:latin typeface="Rajdhani Medium"/>
                <a:ea typeface="Rajdhani Medium"/>
                <a:cs typeface="Rajdhani Medium"/>
                <a:sym typeface="Rajdhani Medium"/>
              </a:defRPr>
            </a:pPr>
            <a:endParaRPr lang="es-MX" sz="1600">
              <a:solidFill>
                <a:srgbClr val="FFFFFF"/>
              </a:solidFill>
              <a:latin typeface="Rajdhani Light" panose="02000000000000000000" pitchFamily="2" charset="0"/>
              <a:cs typeface="Rajdhani Light" panose="02000000000000000000" pitchFamily="2" charset="0"/>
              <a:sym typeface="Rajdhani Medium"/>
            </a:endParaRPr>
          </a:p>
          <a:p>
            <a:pPr marL="457200" indent="-457200" defTabSz="412750" hangingPunct="0">
              <a:lnSpc>
                <a:spcPct val="80000"/>
              </a:lnSpc>
              <a:buFont typeface="Arial" panose="020B0604020202020204" pitchFamily="34" charset="0"/>
              <a:buChar char="•"/>
              <a:defRPr sz="3200">
                <a:solidFill>
                  <a:srgbClr val="79776B"/>
                </a:solidFill>
                <a:latin typeface="Rajdhani Medium"/>
                <a:ea typeface="Rajdhani Medium"/>
                <a:cs typeface="Rajdhani Medium"/>
                <a:sym typeface="Rajdhani Medium"/>
              </a:defRPr>
            </a:pPr>
            <a:r>
              <a:rPr lang="es-MX" sz="1600">
                <a:solidFill>
                  <a:srgbClr val="FFFFFF"/>
                </a:solidFill>
                <a:latin typeface="Rajdhani Light" panose="02000000000000000000" pitchFamily="2" charset="0"/>
                <a:cs typeface="Rajdhani Light" panose="02000000000000000000" pitchFamily="2" charset="0"/>
                <a:sym typeface="Rajdhani Medium"/>
              </a:rPr>
              <a:t>Tiempos de Recuperación de operaciones.</a:t>
            </a:r>
          </a:p>
          <a:p>
            <a:pPr marL="457200" indent="-457200" defTabSz="412750" hangingPunct="0">
              <a:lnSpc>
                <a:spcPct val="80000"/>
              </a:lnSpc>
              <a:buFont typeface="Arial" panose="020B0604020202020204" pitchFamily="34" charset="0"/>
              <a:buChar char="•"/>
              <a:defRPr sz="3200">
                <a:solidFill>
                  <a:srgbClr val="79776B"/>
                </a:solidFill>
                <a:latin typeface="Rajdhani Medium"/>
                <a:ea typeface="Rajdhani Medium"/>
                <a:cs typeface="Rajdhani Medium"/>
                <a:sym typeface="Rajdhani Medium"/>
              </a:defRPr>
            </a:pPr>
            <a:endParaRPr lang="es-MX" sz="1600">
              <a:solidFill>
                <a:srgbClr val="FFFFFF"/>
              </a:solidFill>
              <a:latin typeface="Rajdhani Light" panose="02000000000000000000" pitchFamily="2" charset="0"/>
              <a:cs typeface="Rajdhani Light" panose="02000000000000000000" pitchFamily="2" charset="0"/>
              <a:sym typeface="Rajdhani Medium"/>
            </a:endParaRPr>
          </a:p>
          <a:p>
            <a:pPr marL="914400" lvl="1" indent="-457200" defTabSz="412750" hangingPunct="0">
              <a:lnSpc>
                <a:spcPct val="80000"/>
              </a:lnSpc>
              <a:buFont typeface="Arial" panose="020B0604020202020204" pitchFamily="34" charset="0"/>
              <a:buChar char="•"/>
              <a:defRPr sz="3200">
                <a:solidFill>
                  <a:srgbClr val="79776B"/>
                </a:solidFill>
                <a:latin typeface="Rajdhani Medium"/>
                <a:ea typeface="Rajdhani Medium"/>
                <a:cs typeface="Rajdhani Medium"/>
                <a:sym typeface="Rajdhani Medium"/>
              </a:defRPr>
            </a:pPr>
            <a:r>
              <a:rPr lang="es-MX" sz="1600">
                <a:solidFill>
                  <a:srgbClr val="FFFFFF"/>
                </a:solidFill>
                <a:latin typeface="Rajdhani Light" panose="02000000000000000000" pitchFamily="2" charset="0"/>
                <a:cs typeface="Rajdhani Light" panose="02000000000000000000" pitchFamily="2" charset="0"/>
                <a:sym typeface="Rajdhani Medium"/>
              </a:rPr>
              <a:t>Previa: 144 a 800 h	</a:t>
            </a:r>
          </a:p>
          <a:p>
            <a:pPr lvl="1" defTabSz="412750" hangingPunct="0">
              <a:lnSpc>
                <a:spcPct val="80000"/>
              </a:lnSpc>
              <a:defRPr sz="3200">
                <a:solidFill>
                  <a:srgbClr val="79776B"/>
                </a:solidFill>
                <a:latin typeface="Rajdhani Medium"/>
                <a:ea typeface="Rajdhani Medium"/>
                <a:cs typeface="Rajdhani Medium"/>
                <a:sym typeface="Rajdhani Medium"/>
              </a:defRPr>
            </a:pPr>
            <a:r>
              <a:rPr lang="es-MX" sz="1600">
                <a:solidFill>
                  <a:srgbClr val="FFFFFF"/>
                </a:solidFill>
                <a:latin typeface="Rajdhani Light" panose="02000000000000000000" pitchFamily="2" charset="0"/>
                <a:cs typeface="Rajdhani Light" panose="02000000000000000000" pitchFamily="2" charset="0"/>
                <a:sym typeface="Rajdhani Medium"/>
              </a:rPr>
              <a:t>			</a:t>
            </a:r>
          </a:p>
          <a:p>
            <a:pPr marL="914400" lvl="1" indent="-457200" defTabSz="412750" hangingPunct="0">
              <a:lnSpc>
                <a:spcPct val="80000"/>
              </a:lnSpc>
              <a:buFont typeface="Arial" panose="020B0604020202020204" pitchFamily="34" charset="0"/>
              <a:buChar char="•"/>
              <a:defRPr sz="3200">
                <a:solidFill>
                  <a:srgbClr val="79776B"/>
                </a:solidFill>
                <a:latin typeface="Rajdhani Medium"/>
                <a:ea typeface="Rajdhani Medium"/>
                <a:cs typeface="Rajdhani Medium"/>
                <a:sym typeface="Rajdhani Medium"/>
              </a:defRPr>
            </a:pPr>
            <a:r>
              <a:rPr lang="es-MX" sz="1600">
                <a:solidFill>
                  <a:srgbClr val="FFFFFF"/>
                </a:solidFill>
                <a:latin typeface="Rajdhani Light" panose="02000000000000000000" pitchFamily="2" charset="0"/>
                <a:cs typeface="Rajdhani Light" panose="02000000000000000000" pitchFamily="2" charset="0"/>
                <a:sym typeface="Rajdhani Medium"/>
              </a:rPr>
              <a:t>Actual: 12 a 24 h</a:t>
            </a:r>
            <a:r>
              <a:rPr lang="es-MX" sz="1600">
                <a:solidFill>
                  <a:srgbClr val="FFFFFF"/>
                </a:solidFill>
                <a:sym typeface="Rajdhani Medium"/>
              </a:rPr>
              <a:t> </a:t>
            </a:r>
          </a:p>
        </p:txBody>
      </p:sp>
      <p:cxnSp>
        <p:nvCxnSpPr>
          <p:cNvPr id="2" name="Conector recto 1">
            <a:extLst>
              <a:ext uri="{FF2B5EF4-FFF2-40B4-BE49-F238E27FC236}">
                <a16:creationId xmlns:a16="http://schemas.microsoft.com/office/drawing/2014/main" id="{B7480D42-166B-D517-B30F-1BD909431394}"/>
              </a:ext>
            </a:extLst>
          </p:cNvPr>
          <p:cNvCxnSpPr/>
          <p:nvPr/>
        </p:nvCxnSpPr>
        <p:spPr>
          <a:xfrm>
            <a:off x="2903623" y="1636297"/>
            <a:ext cx="0" cy="770021"/>
          </a:xfrm>
          <a:prstGeom prst="line">
            <a:avLst/>
          </a:prstGeom>
          <a:noFill/>
          <a:ln w="47625" cap="flat">
            <a:gradFill>
              <a:gsLst>
                <a:gs pos="74000">
                  <a:srgbClr val="C00000">
                    <a:alpha val="96000"/>
                  </a:srgbClr>
                </a:gs>
                <a:gs pos="83000">
                  <a:schemeClr val="accent1">
                    <a:lumMod val="45000"/>
                    <a:lumOff val="55000"/>
                  </a:schemeClr>
                </a:gs>
                <a:gs pos="100000">
                  <a:schemeClr val="accent1">
                    <a:lumMod val="30000"/>
                    <a:lumOff val="70000"/>
                  </a:schemeClr>
                </a:gs>
              </a:gsLst>
              <a:lin ang="5400000" scaled="1"/>
            </a:gradFill>
            <a:prstDash val="solid"/>
            <a:miter lim="400000"/>
          </a:ln>
          <a:effectLst/>
          <a:sp3d/>
        </p:spPr>
        <p:style>
          <a:lnRef idx="0">
            <a:scrgbClr r="0" g="0" b="0"/>
          </a:lnRef>
          <a:fillRef idx="0">
            <a:scrgbClr r="0" g="0" b="0"/>
          </a:fillRef>
          <a:effectRef idx="0">
            <a:scrgbClr r="0" g="0" b="0"/>
          </a:effectRef>
          <a:fontRef idx="none"/>
        </p:style>
      </p:cxnSp>
      <p:cxnSp>
        <p:nvCxnSpPr>
          <p:cNvPr id="3" name="Conector recto 2">
            <a:extLst>
              <a:ext uri="{FF2B5EF4-FFF2-40B4-BE49-F238E27FC236}">
                <a16:creationId xmlns:a16="http://schemas.microsoft.com/office/drawing/2014/main" id="{A3AF4EAC-3187-DBF4-8B9D-9DB4D8240179}"/>
              </a:ext>
            </a:extLst>
          </p:cNvPr>
          <p:cNvCxnSpPr>
            <a:cxnSpLocks/>
          </p:cNvCxnSpPr>
          <p:nvPr/>
        </p:nvCxnSpPr>
        <p:spPr>
          <a:xfrm>
            <a:off x="2903623" y="2727158"/>
            <a:ext cx="0" cy="1219200"/>
          </a:xfrm>
          <a:prstGeom prst="line">
            <a:avLst/>
          </a:prstGeom>
          <a:noFill/>
          <a:ln w="47625" cap="flat">
            <a:gradFill>
              <a:gsLst>
                <a:gs pos="74000">
                  <a:srgbClr val="C00000">
                    <a:alpha val="96000"/>
                  </a:srgbClr>
                </a:gs>
                <a:gs pos="83000">
                  <a:schemeClr val="accent1">
                    <a:lumMod val="45000"/>
                    <a:lumOff val="55000"/>
                  </a:schemeClr>
                </a:gs>
                <a:gs pos="100000">
                  <a:schemeClr val="accent1">
                    <a:lumMod val="30000"/>
                    <a:lumOff val="70000"/>
                  </a:schemeClr>
                </a:gs>
              </a:gsLst>
              <a:lin ang="5400000" scaled="1"/>
            </a:gradFill>
            <a:prstDash val="solid"/>
            <a:miter lim="400000"/>
          </a:ln>
          <a:effectLst/>
          <a:sp3d/>
        </p:spPr>
        <p:style>
          <a:lnRef idx="0">
            <a:scrgbClr r="0" g="0" b="0"/>
          </a:lnRef>
          <a:fillRef idx="0">
            <a:scrgbClr r="0" g="0" b="0"/>
          </a:fillRef>
          <a:effectRef idx="0">
            <a:scrgbClr r="0" g="0" b="0"/>
          </a:effectRef>
          <a:fontRef idx="none"/>
        </p:style>
      </p:cxnSp>
      <p:cxnSp>
        <p:nvCxnSpPr>
          <p:cNvPr id="5" name="Conector recto 4">
            <a:extLst>
              <a:ext uri="{FF2B5EF4-FFF2-40B4-BE49-F238E27FC236}">
                <a16:creationId xmlns:a16="http://schemas.microsoft.com/office/drawing/2014/main" id="{B5EE7E51-B35C-8FE3-D070-9A76B90DB229}"/>
              </a:ext>
            </a:extLst>
          </p:cNvPr>
          <p:cNvCxnSpPr>
            <a:cxnSpLocks/>
          </p:cNvCxnSpPr>
          <p:nvPr/>
        </p:nvCxnSpPr>
        <p:spPr>
          <a:xfrm>
            <a:off x="2903623" y="4186989"/>
            <a:ext cx="0" cy="1251285"/>
          </a:xfrm>
          <a:prstGeom prst="line">
            <a:avLst/>
          </a:prstGeom>
          <a:noFill/>
          <a:ln w="47625" cap="flat">
            <a:gradFill>
              <a:gsLst>
                <a:gs pos="74000">
                  <a:srgbClr val="C00000">
                    <a:alpha val="96000"/>
                  </a:srgbClr>
                </a:gs>
                <a:gs pos="83000">
                  <a:schemeClr val="accent1">
                    <a:lumMod val="45000"/>
                    <a:lumOff val="55000"/>
                  </a:schemeClr>
                </a:gs>
                <a:gs pos="100000">
                  <a:schemeClr val="accent1">
                    <a:lumMod val="30000"/>
                    <a:lumOff val="70000"/>
                  </a:schemeClr>
                </a:gs>
              </a:gsLst>
              <a:lin ang="5400000" scaled="1"/>
            </a:gradFill>
            <a:prstDash val="solid"/>
            <a:miter lim="400000"/>
          </a:ln>
          <a:effectLst/>
          <a:sp3d/>
        </p:spPr>
        <p:style>
          <a:lnRef idx="0">
            <a:scrgbClr r="0" g="0" b="0"/>
          </a:lnRef>
          <a:fillRef idx="0">
            <a:scrgbClr r="0" g="0" b="0"/>
          </a:fillRef>
          <a:effectRef idx="0">
            <a:scrgbClr r="0" g="0" b="0"/>
          </a:effectRef>
          <a:fontRef idx="none"/>
        </p:style>
      </p:cxnSp>
      <p:sp>
        <p:nvSpPr>
          <p:cNvPr id="9" name="CuadroTexto 8">
            <a:extLst>
              <a:ext uri="{FF2B5EF4-FFF2-40B4-BE49-F238E27FC236}">
                <a16:creationId xmlns:a16="http://schemas.microsoft.com/office/drawing/2014/main" id="{113C0B50-2F0B-F0F1-EC10-F91C9D607D8C}"/>
              </a:ext>
            </a:extLst>
          </p:cNvPr>
          <p:cNvSpPr txBox="1"/>
          <p:nvPr/>
        </p:nvSpPr>
        <p:spPr>
          <a:xfrm>
            <a:off x="1589354" y="1831051"/>
            <a:ext cx="787074"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s-ES" sz="2400" b="1" i="0" u="none" strike="noStrike" cap="none" spc="0" normalizeH="0" baseline="0">
                <a:ln>
                  <a:noFill/>
                </a:ln>
                <a:solidFill>
                  <a:schemeClr val="bg1"/>
                </a:solidFill>
                <a:effectLst/>
                <a:uFillTx/>
                <a:latin typeface="+mn-lt"/>
                <a:ea typeface="+mn-ea"/>
                <a:cs typeface="+mn-cs"/>
                <a:sym typeface="Helvetica Neue"/>
              </a:rPr>
              <a:t>Reto</a:t>
            </a:r>
            <a:endParaRPr kumimoji="0" lang="es-MX" sz="2400" b="1" i="0" u="none" strike="noStrike" cap="none" spc="0" normalizeH="0" baseline="0">
              <a:ln>
                <a:noFill/>
              </a:ln>
              <a:solidFill>
                <a:schemeClr val="bg1"/>
              </a:solidFill>
              <a:effectLst/>
              <a:uFillTx/>
              <a:latin typeface="+mn-lt"/>
              <a:ea typeface="+mn-ea"/>
              <a:cs typeface="+mn-cs"/>
              <a:sym typeface="Helvetica Neue"/>
            </a:endParaRPr>
          </a:p>
        </p:txBody>
      </p:sp>
      <p:sp>
        <p:nvSpPr>
          <p:cNvPr id="10" name="CuadroTexto 9">
            <a:extLst>
              <a:ext uri="{FF2B5EF4-FFF2-40B4-BE49-F238E27FC236}">
                <a16:creationId xmlns:a16="http://schemas.microsoft.com/office/drawing/2014/main" id="{4C8B1736-358F-B6E8-81E9-49C32C3B9C8C}"/>
              </a:ext>
            </a:extLst>
          </p:cNvPr>
          <p:cNvSpPr txBox="1"/>
          <p:nvPr/>
        </p:nvSpPr>
        <p:spPr>
          <a:xfrm>
            <a:off x="1035292" y="3140673"/>
            <a:ext cx="1595620"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s-ES" sz="2400" b="1" i="0" u="none" strike="noStrike" cap="none" spc="0" normalizeH="0" baseline="0">
                <a:ln>
                  <a:noFill/>
                </a:ln>
                <a:solidFill>
                  <a:schemeClr val="bg1"/>
                </a:solidFill>
                <a:effectLst/>
                <a:uFillTx/>
                <a:latin typeface="+mn-lt"/>
                <a:ea typeface="+mn-ea"/>
                <a:cs typeface="+mn-cs"/>
                <a:sym typeface="Helvetica Neue"/>
              </a:rPr>
              <a:t>Solución</a:t>
            </a:r>
            <a:endParaRPr kumimoji="0" lang="es-MX" sz="2400" b="1" i="0" u="none" strike="noStrike" cap="none" spc="0" normalizeH="0" baseline="0">
              <a:ln>
                <a:noFill/>
              </a:ln>
              <a:solidFill>
                <a:schemeClr val="bg1"/>
              </a:solidFill>
              <a:effectLst/>
              <a:uFillTx/>
              <a:latin typeface="+mn-lt"/>
              <a:ea typeface="+mn-ea"/>
              <a:cs typeface="+mn-cs"/>
              <a:sym typeface="Helvetica Neue"/>
            </a:endParaRPr>
          </a:p>
        </p:txBody>
      </p:sp>
      <p:sp>
        <p:nvSpPr>
          <p:cNvPr id="13" name="CuadroTexto 12">
            <a:extLst>
              <a:ext uri="{FF2B5EF4-FFF2-40B4-BE49-F238E27FC236}">
                <a16:creationId xmlns:a16="http://schemas.microsoft.com/office/drawing/2014/main" id="{3174F723-E993-46BC-B9AF-D165F5C2CDD1}"/>
              </a:ext>
            </a:extLst>
          </p:cNvPr>
          <p:cNvSpPr txBox="1"/>
          <p:nvPr/>
        </p:nvSpPr>
        <p:spPr>
          <a:xfrm>
            <a:off x="1068523" y="4332101"/>
            <a:ext cx="1595620"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s-ES" sz="2400" b="1" i="0" u="none" strike="noStrike" cap="none" spc="0" normalizeH="0" baseline="0">
                <a:ln>
                  <a:noFill/>
                </a:ln>
                <a:solidFill>
                  <a:schemeClr val="bg1"/>
                </a:solidFill>
                <a:effectLst/>
                <a:uFillTx/>
                <a:latin typeface="+mn-lt"/>
                <a:ea typeface="+mn-ea"/>
                <a:cs typeface="+mn-cs"/>
                <a:sym typeface="Helvetica Neue"/>
              </a:rPr>
              <a:t>Beneficio</a:t>
            </a:r>
            <a:endParaRPr kumimoji="0" lang="es-MX" sz="2400" b="1" i="0" u="none" strike="noStrike" cap="none" spc="0" normalizeH="0" baseline="0">
              <a:ln>
                <a:noFill/>
              </a:ln>
              <a:solidFill>
                <a:schemeClr val="bg1"/>
              </a:solidFill>
              <a:effectLst/>
              <a:uFillTx/>
              <a:latin typeface="+mn-lt"/>
              <a:ea typeface="+mn-ea"/>
              <a:cs typeface="+mn-cs"/>
              <a:sym typeface="Helvetica Neue"/>
            </a:endParaRPr>
          </a:p>
        </p:txBody>
      </p:sp>
    </p:spTree>
    <p:extLst>
      <p:ext uri="{BB962C8B-B14F-4D97-AF65-F5344CB8AC3E}">
        <p14:creationId xmlns:p14="http://schemas.microsoft.com/office/powerpoint/2010/main" val="3074088082"/>
      </p:ext>
    </p:extLst>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73535"/>
        </a:solidFill>
        <a:effectLst/>
      </p:bgPr>
    </p:bg>
    <p:spTree>
      <p:nvGrpSpPr>
        <p:cNvPr id="1" name=""/>
        <p:cNvGrpSpPr/>
        <p:nvPr/>
      </p:nvGrpSpPr>
      <p:grpSpPr>
        <a:xfrm>
          <a:off x="0" y="0"/>
          <a:ext cx="0" cy="0"/>
          <a:chOff x="0" y="0"/>
          <a:chExt cx="0" cy="0"/>
        </a:xfrm>
      </p:grpSpPr>
      <p:pic>
        <p:nvPicPr>
          <p:cNvPr id="52" name="Image" descr="Image"/>
          <p:cNvPicPr>
            <a:picLocks noChangeAspect="1"/>
          </p:cNvPicPr>
          <p:nvPr/>
        </p:nvPicPr>
        <p:blipFill>
          <a:blip r:embed="rId3">
            <a:alphaModFix amt="11000"/>
          </a:blip>
          <a:srcRect l="39668" t="61347" r="9540" b="2767"/>
          <a:stretch>
            <a:fillRect/>
          </a:stretch>
        </p:blipFill>
        <p:spPr>
          <a:xfrm>
            <a:off x="6095637" y="6662168"/>
            <a:ext cx="6080688" cy="386327"/>
          </a:xfrm>
          <a:prstGeom prst="rect">
            <a:avLst/>
          </a:prstGeom>
          <a:ln w="12700">
            <a:miter lim="400000"/>
          </a:ln>
        </p:spPr>
      </p:pic>
      <p:sp>
        <p:nvSpPr>
          <p:cNvPr id="11" name="Lorena Flores…">
            <a:extLst>
              <a:ext uri="{FF2B5EF4-FFF2-40B4-BE49-F238E27FC236}">
                <a16:creationId xmlns:a16="http://schemas.microsoft.com/office/drawing/2014/main" id="{189EF4FB-DA5C-42F8-8337-FCD90A7857C2}"/>
              </a:ext>
            </a:extLst>
          </p:cNvPr>
          <p:cNvSpPr txBox="1"/>
          <p:nvPr/>
        </p:nvSpPr>
        <p:spPr>
          <a:xfrm>
            <a:off x="1140679" y="342688"/>
            <a:ext cx="9317114" cy="54373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numCol="1" anchor="t">
            <a:spAutoFit/>
          </a:bodyPr>
          <a:lstStyle/>
          <a:p>
            <a:pPr defTabSz="412750" hangingPunct="0">
              <a:lnSpc>
                <a:spcPct val="80000"/>
              </a:lnSpc>
              <a:defRPr sz="4000">
                <a:solidFill>
                  <a:srgbClr val="E4CDB1"/>
                </a:solidFill>
                <a:latin typeface="Rajdhani Bold"/>
                <a:ea typeface="Rajdhani Bold"/>
                <a:cs typeface="Rajdhani Bold"/>
                <a:sym typeface="Rajdhani Bold"/>
              </a:defRPr>
            </a:pPr>
            <a:r>
              <a:rPr lang="es-MX" sz="4000" kern="0">
                <a:solidFill>
                  <a:srgbClr val="E4CDB1"/>
                </a:solidFill>
                <a:latin typeface="Rajdhani Bold"/>
                <a:cs typeface="Rajdhani Bold"/>
                <a:sym typeface="Rajdhani Bold"/>
              </a:rPr>
              <a:t> Puntos Relevantes DRP GRUPO AXO </a:t>
            </a:r>
            <a:endParaRPr sz="4000" kern="0">
              <a:solidFill>
                <a:srgbClr val="E4CDB1"/>
              </a:solidFill>
              <a:latin typeface="Rajdhani Bold"/>
              <a:cs typeface="Rajdhani Bold"/>
              <a:sym typeface="Rajdhani Bold"/>
            </a:endParaRPr>
          </a:p>
        </p:txBody>
      </p:sp>
      <p:pic>
        <p:nvPicPr>
          <p:cNvPr id="51" name="Image" descr="Image"/>
          <p:cNvPicPr>
            <a:picLocks noChangeAspect="1"/>
          </p:cNvPicPr>
          <p:nvPr/>
        </p:nvPicPr>
        <p:blipFill>
          <a:blip r:embed="rId4"/>
          <a:stretch>
            <a:fillRect/>
          </a:stretch>
        </p:blipFill>
        <p:spPr>
          <a:xfrm>
            <a:off x="303502" y="6242886"/>
            <a:ext cx="173553" cy="400966"/>
          </a:xfrm>
          <a:prstGeom prst="rect">
            <a:avLst/>
          </a:prstGeom>
          <a:ln w="12700">
            <a:miter lim="400000"/>
          </a:ln>
        </p:spPr>
      </p:pic>
      <p:pic>
        <p:nvPicPr>
          <p:cNvPr id="17" name="Image" descr="Image">
            <a:extLst>
              <a:ext uri="{FF2B5EF4-FFF2-40B4-BE49-F238E27FC236}">
                <a16:creationId xmlns:a16="http://schemas.microsoft.com/office/drawing/2014/main" id="{CDD536C2-578E-45DB-A41B-836829F690C0}"/>
              </a:ext>
            </a:extLst>
          </p:cNvPr>
          <p:cNvPicPr>
            <a:picLocks noChangeAspect="1"/>
          </p:cNvPicPr>
          <p:nvPr/>
        </p:nvPicPr>
        <p:blipFill>
          <a:blip r:embed="rId5">
            <a:lum bright="70000" contrast="-70000"/>
          </a:blip>
          <a:stretch>
            <a:fillRect/>
          </a:stretch>
        </p:blipFill>
        <p:spPr>
          <a:xfrm>
            <a:off x="477054" y="423096"/>
            <a:ext cx="591469" cy="348435"/>
          </a:xfrm>
          <a:prstGeom prst="rect">
            <a:avLst/>
          </a:prstGeom>
          <a:ln w="12700">
            <a:miter lim="400000"/>
          </a:ln>
        </p:spPr>
      </p:pic>
      <p:pic>
        <p:nvPicPr>
          <p:cNvPr id="16" name="Image" descr="Image">
            <a:extLst>
              <a:ext uri="{FF2B5EF4-FFF2-40B4-BE49-F238E27FC236}">
                <a16:creationId xmlns:a16="http://schemas.microsoft.com/office/drawing/2014/main" id="{56D9D2FD-4A50-0CF7-79DE-FDFC452E63EA}"/>
              </a:ext>
            </a:extLst>
          </p:cNvPr>
          <p:cNvPicPr>
            <a:picLocks noChangeAspect="1"/>
          </p:cNvPicPr>
          <p:nvPr/>
        </p:nvPicPr>
        <p:blipFill>
          <a:blip r:embed="rId4"/>
          <a:stretch>
            <a:fillRect/>
          </a:stretch>
        </p:blipFill>
        <p:spPr>
          <a:xfrm>
            <a:off x="7592299" y="5907213"/>
            <a:ext cx="173553" cy="400966"/>
          </a:xfrm>
          <a:prstGeom prst="rect">
            <a:avLst/>
          </a:prstGeom>
          <a:ln w="12700">
            <a:miter lim="400000"/>
          </a:ln>
        </p:spPr>
      </p:pic>
      <p:sp>
        <p:nvSpPr>
          <p:cNvPr id="12" name="Rectangle 1">
            <a:extLst>
              <a:ext uri="{FF2B5EF4-FFF2-40B4-BE49-F238E27FC236}">
                <a16:creationId xmlns:a16="http://schemas.microsoft.com/office/drawing/2014/main" id="{ED690374-BF8B-4530-ABF1-B291C9E34825}"/>
              </a:ext>
            </a:extLst>
          </p:cNvPr>
          <p:cNvSpPr/>
          <p:nvPr/>
        </p:nvSpPr>
        <p:spPr>
          <a:xfrm>
            <a:off x="-929905" y="1428255"/>
            <a:ext cx="13458282" cy="4580543"/>
          </a:xfrm>
          <a:prstGeom prst="rect">
            <a:avLst/>
          </a:prstGeom>
          <a:solidFill>
            <a:srgbClr val="000000">
              <a:alpha val="40000"/>
            </a:srgbClr>
          </a:solidFill>
          <a:ln w="12700">
            <a:miter lim="400000"/>
          </a:ln>
        </p:spPr>
        <p:txBody>
          <a:bodyPr lIns="25400" tIns="25400" rIns="25400" bIns="25400" anchor="ctr"/>
          <a:lstStyle/>
          <a:p>
            <a:pPr algn="ctr" defTabSz="412750" hangingPunct="0">
              <a:defRPr sz="3200">
                <a:solidFill>
                  <a:srgbClr val="FFFFFF"/>
                </a:solidFill>
                <a:latin typeface="Helvetica Neue Medium"/>
                <a:ea typeface="Helvetica Neue Medium"/>
                <a:cs typeface="Helvetica Neue Medium"/>
                <a:sym typeface="Helvetica Neue Medium"/>
              </a:defRPr>
            </a:pPr>
            <a:endParaRPr lang="es-MX" sz="1600" kern="0">
              <a:solidFill>
                <a:srgbClr val="FFFFFF"/>
              </a:solidFill>
              <a:latin typeface="Helvetica Neue Medium"/>
              <a:sym typeface="Helvetica Neue Medium"/>
            </a:endParaRPr>
          </a:p>
        </p:txBody>
      </p:sp>
      <p:grpSp>
        <p:nvGrpSpPr>
          <p:cNvPr id="4" name="Grupo 3">
            <a:extLst>
              <a:ext uri="{FF2B5EF4-FFF2-40B4-BE49-F238E27FC236}">
                <a16:creationId xmlns:a16="http://schemas.microsoft.com/office/drawing/2014/main" id="{4E3DA351-F46F-4073-28B9-24DC46ABF753}"/>
              </a:ext>
            </a:extLst>
          </p:cNvPr>
          <p:cNvGrpSpPr/>
          <p:nvPr/>
        </p:nvGrpSpPr>
        <p:grpSpPr>
          <a:xfrm>
            <a:off x="3263536" y="849202"/>
            <a:ext cx="5896505" cy="5896505"/>
            <a:chOff x="3263537" y="886427"/>
            <a:chExt cx="5664200" cy="5664200"/>
          </a:xfrm>
        </p:grpSpPr>
        <p:grpSp>
          <p:nvGrpSpPr>
            <p:cNvPr id="10" name="Grupo 9">
              <a:extLst>
                <a:ext uri="{FF2B5EF4-FFF2-40B4-BE49-F238E27FC236}">
                  <a16:creationId xmlns:a16="http://schemas.microsoft.com/office/drawing/2014/main" id="{C7F5E336-276C-E27A-6923-82B55095D9F9}"/>
                </a:ext>
              </a:extLst>
            </p:cNvPr>
            <p:cNvGrpSpPr/>
            <p:nvPr/>
          </p:nvGrpSpPr>
          <p:grpSpPr>
            <a:xfrm>
              <a:off x="3263537" y="886427"/>
              <a:ext cx="5664200" cy="5664200"/>
              <a:chOff x="3597655" y="1022934"/>
              <a:chExt cx="5664200" cy="5664200"/>
            </a:xfrm>
          </p:grpSpPr>
          <p:grpSp>
            <p:nvGrpSpPr>
              <p:cNvPr id="8" name="Grupo 7">
                <a:extLst>
                  <a:ext uri="{FF2B5EF4-FFF2-40B4-BE49-F238E27FC236}">
                    <a16:creationId xmlns:a16="http://schemas.microsoft.com/office/drawing/2014/main" id="{316AAC55-E2DC-FFB1-34F9-5C585FEE094F}"/>
                  </a:ext>
                </a:extLst>
              </p:cNvPr>
              <p:cNvGrpSpPr/>
              <p:nvPr/>
            </p:nvGrpSpPr>
            <p:grpSpPr>
              <a:xfrm>
                <a:off x="3597655" y="1022934"/>
                <a:ext cx="5664200" cy="5664200"/>
                <a:chOff x="3893520" y="1088524"/>
                <a:chExt cx="5664200" cy="5664200"/>
              </a:xfrm>
            </p:grpSpPr>
            <p:pic>
              <p:nvPicPr>
                <p:cNvPr id="14" name="Imagen 13">
                  <a:extLst>
                    <a:ext uri="{FF2B5EF4-FFF2-40B4-BE49-F238E27FC236}">
                      <a16:creationId xmlns:a16="http://schemas.microsoft.com/office/drawing/2014/main" id="{3B37F524-20DE-84CC-FB4B-4F936BA4C980}"/>
                    </a:ext>
                  </a:extLst>
                </p:cNvPr>
                <p:cNvPicPr>
                  <a:picLocks noChangeAspect="1"/>
                </p:cNvPicPr>
                <p:nvPr/>
              </p:nvPicPr>
              <p:blipFill>
                <a:blip r:embed="rId6"/>
                <a:stretch>
                  <a:fillRect/>
                </a:stretch>
              </p:blipFill>
              <p:spPr>
                <a:xfrm>
                  <a:off x="3893520" y="1088524"/>
                  <a:ext cx="5664200" cy="5664200"/>
                </a:xfrm>
                <a:prstGeom prst="rect">
                  <a:avLst/>
                </a:prstGeom>
              </p:spPr>
            </p:pic>
            <p:sp>
              <p:nvSpPr>
                <p:cNvPr id="5" name="Rectángulo 4">
                  <a:extLst>
                    <a:ext uri="{FF2B5EF4-FFF2-40B4-BE49-F238E27FC236}">
                      <a16:creationId xmlns:a16="http://schemas.microsoft.com/office/drawing/2014/main" id="{E018173B-646D-423F-8A52-F287AFCC810B}"/>
                    </a:ext>
                  </a:extLst>
                </p:cNvPr>
                <p:cNvSpPr/>
                <p:nvPr/>
              </p:nvSpPr>
              <p:spPr>
                <a:xfrm>
                  <a:off x="4277700" y="2177540"/>
                  <a:ext cx="2743201" cy="337060"/>
                </a:xfrm>
                <a:prstGeom prst="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s-MX"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CuadroTexto 6">
                  <a:extLst>
                    <a:ext uri="{FF2B5EF4-FFF2-40B4-BE49-F238E27FC236}">
                      <a16:creationId xmlns:a16="http://schemas.microsoft.com/office/drawing/2014/main" id="{3C51E68D-CA50-6473-57BD-9D3DEF444F7A}"/>
                    </a:ext>
                  </a:extLst>
                </p:cNvPr>
                <p:cNvSpPr txBox="1"/>
                <p:nvPr/>
              </p:nvSpPr>
              <p:spPr>
                <a:xfrm>
                  <a:off x="7823896" y="5887048"/>
                  <a:ext cx="1675780" cy="471924"/>
                </a:xfrm>
                <a:prstGeom prst="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s-ES" sz="2400" b="0" i="0" u="none" strike="noStrike" cap="none" spc="0" normalizeH="0" baseline="0">
                      <a:ln>
                        <a:noFill/>
                      </a:ln>
                      <a:solidFill>
                        <a:schemeClr val="bg1"/>
                      </a:solidFill>
                      <a:effectLst/>
                      <a:uFillTx/>
                      <a:latin typeface="+mn-lt"/>
                      <a:ea typeface="+mn-ea"/>
                      <a:cs typeface="+mn-cs"/>
                      <a:sym typeface="Helvetica Neue"/>
                    </a:rPr>
                    <a:t>Grupo AXO</a:t>
                  </a:r>
                  <a:endParaRPr kumimoji="0" lang="es-MX" sz="2400" b="0" i="0" u="none" strike="noStrike" cap="none" spc="0" normalizeH="0" baseline="0">
                    <a:ln>
                      <a:noFill/>
                    </a:ln>
                    <a:solidFill>
                      <a:schemeClr val="bg1"/>
                    </a:solidFill>
                    <a:effectLst/>
                    <a:uFillTx/>
                    <a:latin typeface="+mn-lt"/>
                    <a:ea typeface="+mn-ea"/>
                    <a:cs typeface="+mn-cs"/>
                    <a:sym typeface="Helvetica Neue"/>
                  </a:endParaRPr>
                </a:p>
              </p:txBody>
            </p:sp>
          </p:grpSp>
          <p:pic>
            <p:nvPicPr>
              <p:cNvPr id="9" name="Image" descr="Image">
                <a:extLst>
                  <a:ext uri="{FF2B5EF4-FFF2-40B4-BE49-F238E27FC236}">
                    <a16:creationId xmlns:a16="http://schemas.microsoft.com/office/drawing/2014/main" id="{38964825-916F-5D8A-C0D9-8FF80EEFBABE}"/>
                  </a:ext>
                </a:extLst>
              </p:cNvPr>
              <p:cNvPicPr>
                <a:picLocks noChangeAspect="1"/>
              </p:cNvPicPr>
              <p:nvPr/>
            </p:nvPicPr>
            <p:blipFill>
              <a:blip r:embed="rId4"/>
              <a:stretch>
                <a:fillRect/>
              </a:stretch>
            </p:blipFill>
            <p:spPr>
              <a:xfrm>
                <a:off x="7222462" y="5846647"/>
                <a:ext cx="173553" cy="400966"/>
              </a:xfrm>
              <a:prstGeom prst="rect">
                <a:avLst/>
              </a:prstGeom>
              <a:ln w="12700">
                <a:miter lim="400000"/>
              </a:ln>
            </p:spPr>
          </p:pic>
        </p:grpSp>
        <p:sp>
          <p:nvSpPr>
            <p:cNvPr id="2" name="CuadroTexto 1">
              <a:extLst>
                <a:ext uri="{FF2B5EF4-FFF2-40B4-BE49-F238E27FC236}">
                  <a16:creationId xmlns:a16="http://schemas.microsoft.com/office/drawing/2014/main" id="{5311646C-2D34-DF7E-743B-3843978C77E2}"/>
                </a:ext>
              </a:extLst>
            </p:cNvPr>
            <p:cNvSpPr txBox="1"/>
            <p:nvPr/>
          </p:nvSpPr>
          <p:spPr>
            <a:xfrm>
              <a:off x="4118103" y="2628031"/>
              <a:ext cx="1802424" cy="30550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s-ES" sz="1400" i="0" u="none" strike="noStrike" cap="none" spc="0" normalizeH="0" baseline="0" err="1">
                  <a:ln>
                    <a:noFill/>
                  </a:ln>
                  <a:solidFill>
                    <a:srgbClr val="FFFFFF"/>
                  </a:solidFill>
                  <a:effectLst/>
                  <a:uFillTx/>
                  <a:latin typeface="Tahoma" panose="020B0604030504040204" pitchFamily="34" charset="0"/>
                  <a:ea typeface="Tahoma" panose="020B0604030504040204" pitchFamily="34" charset="0"/>
                  <a:cs typeface="Tahoma" panose="020B0604030504040204" pitchFamily="34" charset="0"/>
                  <a:sym typeface="Helvetica Neue"/>
                </a:rPr>
                <a:t>FailBack</a:t>
              </a:r>
              <a:r>
                <a:rPr kumimoji="0" lang="es-ES" sz="1400" i="0" u="none" strike="noStrike" cap="none" spc="0" normalizeH="0" baseline="0">
                  <a:ln>
                    <a:noFill/>
                  </a:ln>
                  <a:solidFill>
                    <a:srgbClr val="FFFFFF"/>
                  </a:solidFill>
                  <a:effectLst/>
                  <a:uFillTx/>
                  <a:latin typeface="Tahoma" panose="020B0604030504040204" pitchFamily="34" charset="0"/>
                  <a:ea typeface="Tahoma" panose="020B0604030504040204" pitchFamily="34" charset="0"/>
                  <a:cs typeface="Tahoma" panose="020B0604030504040204" pitchFamily="34" charset="0"/>
                  <a:sym typeface="Helvetica Neue"/>
                </a:rPr>
                <a:t> en </a:t>
              </a:r>
              <a:r>
                <a:rPr kumimoji="0" lang="es-ES" sz="1400" i="0" u="none" strike="noStrike" cap="none" spc="0" normalizeH="0" baseline="0" err="1">
                  <a:ln>
                    <a:noFill/>
                  </a:ln>
                  <a:solidFill>
                    <a:srgbClr val="FFFFFF"/>
                  </a:solidFill>
                  <a:effectLst/>
                  <a:uFillTx/>
                  <a:latin typeface="Tahoma" panose="020B0604030504040204" pitchFamily="34" charset="0"/>
                  <a:ea typeface="Tahoma" panose="020B0604030504040204" pitchFamily="34" charset="0"/>
                  <a:cs typeface="Tahoma" panose="020B0604030504040204" pitchFamily="34" charset="0"/>
                  <a:sym typeface="Helvetica Neue"/>
                </a:rPr>
                <a:t>Rackspace</a:t>
              </a:r>
              <a:endParaRPr kumimoji="0" lang="es-MX" sz="1400" i="0" u="none" strike="noStrike" cap="none" spc="0" normalizeH="0" baseline="0">
                <a:ln>
                  <a:noFill/>
                </a:ln>
                <a:solidFill>
                  <a:srgbClr val="FFFFFF"/>
                </a:solidFill>
                <a:effectLst/>
                <a:uFillTx/>
                <a:latin typeface="Tahoma" panose="020B0604030504040204" pitchFamily="34" charset="0"/>
                <a:ea typeface="Tahoma" panose="020B0604030504040204" pitchFamily="34" charset="0"/>
                <a:cs typeface="Tahoma" panose="020B0604030504040204" pitchFamily="34" charset="0"/>
                <a:sym typeface="Helvetica Neue"/>
              </a:endParaRPr>
            </a:p>
          </p:txBody>
        </p:sp>
        <p:sp>
          <p:nvSpPr>
            <p:cNvPr id="3" name="CuadroTexto 2">
              <a:extLst>
                <a:ext uri="{FF2B5EF4-FFF2-40B4-BE49-F238E27FC236}">
                  <a16:creationId xmlns:a16="http://schemas.microsoft.com/office/drawing/2014/main" id="{0D6114B3-B559-8E19-D95D-0C42B3B20271}"/>
                </a:ext>
              </a:extLst>
            </p:cNvPr>
            <p:cNvSpPr txBox="1"/>
            <p:nvPr/>
          </p:nvSpPr>
          <p:spPr>
            <a:xfrm>
              <a:off x="3640981" y="3863965"/>
              <a:ext cx="1269082" cy="2907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s-ES" sz="1300" err="1">
                  <a:solidFill>
                    <a:srgbClr val="FFFFFF"/>
                  </a:solidFill>
                  <a:latin typeface="Tahoma" panose="020B0604030504040204" pitchFamily="34" charset="0"/>
                  <a:ea typeface="Tahoma" panose="020B0604030504040204" pitchFamily="34" charset="0"/>
                  <a:cs typeface="Tahoma" panose="020B0604030504040204" pitchFamily="34" charset="0"/>
                  <a:sym typeface="Helvetica Neue"/>
                </a:rPr>
                <a:t>FailOver</a:t>
              </a:r>
              <a:r>
                <a:rPr kumimoji="0" lang="es-ES" sz="1300" i="0" u="none" strike="noStrike" cap="none" spc="0" normalizeH="0" baseline="0">
                  <a:ln>
                    <a:noFill/>
                  </a:ln>
                  <a:solidFill>
                    <a:srgbClr val="FFFFFF"/>
                  </a:solidFill>
                  <a:effectLst/>
                  <a:uFillTx/>
                  <a:latin typeface="Tahoma" panose="020B0604030504040204" pitchFamily="34" charset="0"/>
                  <a:ea typeface="Tahoma" panose="020B0604030504040204" pitchFamily="34" charset="0"/>
                  <a:cs typeface="Tahoma" panose="020B0604030504040204" pitchFamily="34" charset="0"/>
                  <a:sym typeface="Helvetica Neue"/>
                </a:rPr>
                <a:t> en AWS</a:t>
              </a:r>
              <a:endParaRPr kumimoji="0" lang="es-MX" sz="1300" i="0" u="none" strike="noStrike" cap="none" spc="0" normalizeH="0" baseline="0">
                <a:ln>
                  <a:noFill/>
                </a:ln>
                <a:solidFill>
                  <a:srgbClr val="FFFFFF"/>
                </a:solidFill>
                <a:effectLst/>
                <a:uFillTx/>
                <a:latin typeface="Tahoma" panose="020B0604030504040204" pitchFamily="34" charset="0"/>
                <a:ea typeface="Tahoma" panose="020B0604030504040204" pitchFamily="34" charset="0"/>
                <a:cs typeface="Tahoma" panose="020B0604030504040204" pitchFamily="34" charset="0"/>
                <a:sym typeface="Helvetica Neue"/>
              </a:endParaRPr>
            </a:p>
          </p:txBody>
        </p:sp>
      </p:grpSp>
    </p:spTree>
    <p:extLst>
      <p:ext uri="{BB962C8B-B14F-4D97-AF65-F5344CB8AC3E}">
        <p14:creationId xmlns:p14="http://schemas.microsoft.com/office/powerpoint/2010/main" val="3931957286"/>
      </p:ext>
    </p:extLst>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73535"/>
        </a:solidFill>
        <a:effectLst/>
      </p:bgPr>
    </p:bg>
    <p:spTree>
      <p:nvGrpSpPr>
        <p:cNvPr id="1" name=""/>
        <p:cNvGrpSpPr/>
        <p:nvPr/>
      </p:nvGrpSpPr>
      <p:grpSpPr>
        <a:xfrm>
          <a:off x="0" y="0"/>
          <a:ext cx="0" cy="0"/>
          <a:chOff x="0" y="0"/>
          <a:chExt cx="0" cy="0"/>
        </a:xfrm>
      </p:grpSpPr>
      <p:sp>
        <p:nvSpPr>
          <p:cNvPr id="12" name="Rectangle 1">
            <a:extLst>
              <a:ext uri="{FF2B5EF4-FFF2-40B4-BE49-F238E27FC236}">
                <a16:creationId xmlns:a16="http://schemas.microsoft.com/office/drawing/2014/main" id="{ED690374-BF8B-4530-ABF1-B291C9E34825}"/>
              </a:ext>
            </a:extLst>
          </p:cNvPr>
          <p:cNvSpPr/>
          <p:nvPr/>
        </p:nvSpPr>
        <p:spPr>
          <a:xfrm>
            <a:off x="7086310" y="1478284"/>
            <a:ext cx="5009333" cy="26530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defTabSz="412750" hangingPunct="0">
              <a:lnSpc>
                <a:spcPct val="80000"/>
              </a:lnSpc>
            </a:pPr>
            <a:r>
              <a:rPr lang="es-MX" sz="1600">
                <a:solidFill>
                  <a:srgbClr val="FFFFFF"/>
                </a:solidFill>
                <a:latin typeface="Rajdhani Light" panose="02000000000000000000" pitchFamily="2" charset="0"/>
                <a:sym typeface="Rajdhani Medium"/>
              </a:rPr>
              <a:t>10.-  </a:t>
            </a:r>
            <a:r>
              <a:rPr lang="es-MX" sz="1600" err="1">
                <a:solidFill>
                  <a:srgbClr val="FFFFFF"/>
                </a:solidFill>
                <a:latin typeface="Rajdhani Light" panose="02000000000000000000" pitchFamily="2" charset="0"/>
                <a:sym typeface="Rajdhani Medium"/>
              </a:rPr>
              <a:t>Setup</a:t>
            </a:r>
            <a:r>
              <a:rPr lang="es-MX" sz="1600">
                <a:solidFill>
                  <a:srgbClr val="FFFFFF"/>
                </a:solidFill>
                <a:latin typeface="Rajdhani Light" panose="02000000000000000000" pitchFamily="2" charset="0"/>
                <a:sym typeface="Rajdhani Medium"/>
              </a:rPr>
              <a:t> y configuración de Firewall Virtual   </a:t>
            </a:r>
          </a:p>
          <a:p>
            <a:pPr defTabSz="412750" hangingPunct="0">
              <a:lnSpc>
                <a:spcPct val="80000"/>
              </a:lnSpc>
            </a:pPr>
            <a:r>
              <a:rPr lang="es-MX" sz="1600">
                <a:solidFill>
                  <a:srgbClr val="FFFFFF"/>
                </a:solidFill>
                <a:latin typeface="Rajdhani Light" panose="02000000000000000000" pitchFamily="2" charset="0"/>
                <a:sym typeface="Rajdhani Medium"/>
              </a:rPr>
              <a:t>        </a:t>
            </a:r>
            <a:r>
              <a:rPr lang="es-MX" sz="1600" err="1">
                <a:solidFill>
                  <a:srgbClr val="FFFFFF"/>
                </a:solidFill>
                <a:latin typeface="Rajdhani Light" panose="02000000000000000000" pitchFamily="2" charset="0"/>
                <a:sym typeface="Rajdhani Medium"/>
              </a:rPr>
              <a:t>FortiGate</a:t>
            </a:r>
            <a:r>
              <a:rPr lang="es-MX" sz="1600">
                <a:solidFill>
                  <a:srgbClr val="FFFFFF"/>
                </a:solidFill>
                <a:latin typeface="Rajdhani Light" panose="02000000000000000000" pitchFamily="2" charset="0"/>
                <a:sym typeface="Rajdhani Medium"/>
              </a:rPr>
              <a:t>.</a:t>
            </a:r>
          </a:p>
          <a:p>
            <a:pPr defTabSz="412750" hangingPunct="0">
              <a:lnSpc>
                <a:spcPct val="80000"/>
              </a:lnSpc>
            </a:pPr>
            <a:endParaRPr lang="es-MX" sz="1600">
              <a:solidFill>
                <a:srgbClr val="FFFFFF"/>
              </a:solidFill>
              <a:latin typeface="Rajdhani Light" panose="02000000000000000000" pitchFamily="2" charset="0"/>
              <a:sym typeface="Rajdhani Medium"/>
            </a:endParaRPr>
          </a:p>
          <a:p>
            <a:pPr defTabSz="412750" hangingPunct="0">
              <a:lnSpc>
                <a:spcPct val="80000"/>
              </a:lnSpc>
            </a:pPr>
            <a:r>
              <a:rPr lang="es-MX" sz="1600">
                <a:solidFill>
                  <a:srgbClr val="FFFFFF"/>
                </a:solidFill>
                <a:latin typeface="Rajdhani Light" panose="02000000000000000000" pitchFamily="2" charset="0"/>
                <a:sym typeface="Rajdhani Medium"/>
              </a:rPr>
              <a:t>11.- Memoria Técnica de Configuración</a:t>
            </a:r>
          </a:p>
          <a:p>
            <a:pPr defTabSz="412750" hangingPunct="0">
              <a:lnSpc>
                <a:spcPct val="80000"/>
              </a:lnSpc>
            </a:pPr>
            <a:endParaRPr lang="es-MX" sz="1600">
              <a:solidFill>
                <a:srgbClr val="FFFFFF"/>
              </a:solidFill>
              <a:latin typeface="Rajdhani Light" panose="02000000000000000000" pitchFamily="2" charset="0"/>
              <a:sym typeface="Rajdhani Medium"/>
            </a:endParaRPr>
          </a:p>
          <a:p>
            <a:pPr defTabSz="412750" hangingPunct="0">
              <a:lnSpc>
                <a:spcPct val="80000"/>
              </a:lnSpc>
            </a:pPr>
            <a:r>
              <a:rPr lang="es-MX" sz="1600">
                <a:solidFill>
                  <a:srgbClr val="FFFFFF"/>
                </a:solidFill>
                <a:latin typeface="Rajdhani Light" panose="02000000000000000000" pitchFamily="2" charset="0"/>
                <a:sym typeface="Rajdhani Medium"/>
              </a:rPr>
              <a:t>12.- Prueba </a:t>
            </a:r>
            <a:r>
              <a:rPr lang="es-MX" sz="1600" err="1">
                <a:solidFill>
                  <a:srgbClr val="FFFFFF"/>
                </a:solidFill>
                <a:latin typeface="Rajdhani Light" panose="02000000000000000000" pitchFamily="2" charset="0"/>
                <a:sym typeface="Rajdhani Medium"/>
              </a:rPr>
              <a:t>Fail</a:t>
            </a:r>
            <a:r>
              <a:rPr lang="es-MX" sz="1600">
                <a:solidFill>
                  <a:srgbClr val="FFFFFF"/>
                </a:solidFill>
                <a:latin typeface="Rajdhani Light" panose="02000000000000000000" pitchFamily="2" charset="0"/>
                <a:sym typeface="Rajdhani Medium"/>
              </a:rPr>
              <a:t> </a:t>
            </a:r>
            <a:r>
              <a:rPr lang="es-MX" sz="1600" err="1">
                <a:solidFill>
                  <a:srgbClr val="FFFFFF"/>
                </a:solidFill>
                <a:latin typeface="Rajdhani Light" panose="02000000000000000000" pitchFamily="2" charset="0"/>
                <a:sym typeface="Rajdhani Medium"/>
              </a:rPr>
              <a:t>Over</a:t>
            </a:r>
            <a:endParaRPr lang="es-MX" sz="1600">
              <a:solidFill>
                <a:srgbClr val="FFFFFF"/>
              </a:solidFill>
              <a:latin typeface="Rajdhani Light" panose="02000000000000000000" pitchFamily="2" charset="0"/>
              <a:sym typeface="Rajdhani Medium"/>
            </a:endParaRPr>
          </a:p>
          <a:p>
            <a:pPr defTabSz="412750" hangingPunct="0">
              <a:lnSpc>
                <a:spcPct val="80000"/>
              </a:lnSpc>
            </a:pPr>
            <a:endParaRPr lang="es-MX" sz="1600">
              <a:solidFill>
                <a:srgbClr val="FFFFFF"/>
              </a:solidFill>
              <a:latin typeface="Rajdhani Light" panose="02000000000000000000" pitchFamily="2" charset="0"/>
              <a:sym typeface="Rajdhani Medium"/>
            </a:endParaRPr>
          </a:p>
          <a:p>
            <a:pPr defTabSz="412750" hangingPunct="0">
              <a:lnSpc>
                <a:spcPct val="80000"/>
              </a:lnSpc>
            </a:pPr>
            <a:r>
              <a:rPr lang="es-MX" sz="1600">
                <a:solidFill>
                  <a:srgbClr val="FFFFFF"/>
                </a:solidFill>
                <a:latin typeface="Rajdhani Light" panose="02000000000000000000" pitchFamily="2" charset="0"/>
                <a:sym typeface="Rajdhani Medium"/>
              </a:rPr>
              <a:t>13.- Procedimiento DRP DRASS</a:t>
            </a:r>
          </a:p>
          <a:p>
            <a:pPr defTabSz="412750" hangingPunct="0">
              <a:lnSpc>
                <a:spcPct val="80000"/>
              </a:lnSpc>
            </a:pPr>
            <a:endParaRPr lang="es-MX" sz="1600">
              <a:solidFill>
                <a:srgbClr val="FFFFFF"/>
              </a:solidFill>
              <a:latin typeface="Rajdhani Light" panose="02000000000000000000" pitchFamily="2" charset="0"/>
              <a:sym typeface="Rajdhani Medium"/>
            </a:endParaRPr>
          </a:p>
          <a:p>
            <a:pPr defTabSz="412750" hangingPunct="0">
              <a:lnSpc>
                <a:spcPct val="80000"/>
              </a:lnSpc>
            </a:pPr>
            <a:endParaRPr lang="es-MX" sz="1600">
              <a:solidFill>
                <a:srgbClr val="FFFFFF"/>
              </a:solidFill>
              <a:latin typeface="Rajdhani Light" panose="02000000000000000000" pitchFamily="2" charset="0"/>
              <a:sym typeface="Rajdhani Medium"/>
            </a:endParaRPr>
          </a:p>
          <a:p>
            <a:pPr defTabSz="412750" hangingPunct="0">
              <a:lnSpc>
                <a:spcPct val="80000"/>
              </a:lnSpc>
            </a:pPr>
            <a:endParaRPr lang="es-MX" sz="1600">
              <a:solidFill>
                <a:srgbClr val="FFFFFF"/>
              </a:solidFill>
              <a:latin typeface="Rajdhani Light" panose="02000000000000000000" pitchFamily="2" charset="0"/>
              <a:sym typeface="Rajdhani Medium"/>
            </a:endParaRPr>
          </a:p>
          <a:p>
            <a:pPr defTabSz="412750" hangingPunct="0">
              <a:lnSpc>
                <a:spcPct val="80000"/>
              </a:lnSpc>
            </a:pPr>
            <a:r>
              <a:rPr lang="es-MX" sz="1600">
                <a:solidFill>
                  <a:srgbClr val="FFFFFF"/>
                </a:solidFill>
                <a:latin typeface="Rajdhani Light" panose="02000000000000000000" pitchFamily="2" charset="0"/>
                <a:sym typeface="Rajdhani Medium"/>
              </a:rPr>
              <a:t>	</a:t>
            </a:r>
          </a:p>
          <a:p>
            <a:pPr defTabSz="412750" hangingPunct="0">
              <a:lnSpc>
                <a:spcPct val="80000"/>
              </a:lnSpc>
            </a:pPr>
            <a:r>
              <a:rPr lang="es-MX" sz="1600">
                <a:solidFill>
                  <a:srgbClr val="FFFFFF"/>
                </a:solidFill>
                <a:latin typeface="Rajdhani Light" panose="02000000000000000000" pitchFamily="2" charset="0"/>
                <a:sym typeface="Rajdhani Medium"/>
              </a:rPr>
              <a:t>	</a:t>
            </a:r>
          </a:p>
        </p:txBody>
      </p:sp>
      <p:pic>
        <p:nvPicPr>
          <p:cNvPr id="52" name="Image" descr="Image"/>
          <p:cNvPicPr>
            <a:picLocks noChangeAspect="1"/>
          </p:cNvPicPr>
          <p:nvPr/>
        </p:nvPicPr>
        <p:blipFill>
          <a:blip r:embed="rId3">
            <a:alphaModFix amt="11000"/>
          </a:blip>
          <a:srcRect l="39668" t="61347" r="9540" b="2767"/>
          <a:stretch>
            <a:fillRect/>
          </a:stretch>
        </p:blipFill>
        <p:spPr>
          <a:xfrm>
            <a:off x="6095637" y="6662168"/>
            <a:ext cx="6080688" cy="386327"/>
          </a:xfrm>
          <a:prstGeom prst="rect">
            <a:avLst/>
          </a:prstGeom>
          <a:ln w="12700">
            <a:miter lim="400000"/>
          </a:ln>
        </p:spPr>
      </p:pic>
      <p:sp>
        <p:nvSpPr>
          <p:cNvPr id="11" name="Lorena Flores…">
            <a:extLst>
              <a:ext uri="{FF2B5EF4-FFF2-40B4-BE49-F238E27FC236}">
                <a16:creationId xmlns:a16="http://schemas.microsoft.com/office/drawing/2014/main" id="{189EF4FB-DA5C-42F8-8337-FCD90A7857C2}"/>
              </a:ext>
            </a:extLst>
          </p:cNvPr>
          <p:cNvSpPr txBox="1"/>
          <p:nvPr/>
        </p:nvSpPr>
        <p:spPr>
          <a:xfrm>
            <a:off x="1140679" y="342688"/>
            <a:ext cx="9527321" cy="55605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numCol="1" anchor="t">
            <a:spAutoFit/>
          </a:bodyPr>
          <a:lstStyle/>
          <a:p>
            <a:pPr defTabSz="412750" hangingPunct="0">
              <a:lnSpc>
                <a:spcPct val="80000"/>
              </a:lnSpc>
              <a:defRPr sz="4000">
                <a:solidFill>
                  <a:srgbClr val="E4CDB1"/>
                </a:solidFill>
                <a:latin typeface="Rajdhani Bold"/>
                <a:ea typeface="Rajdhani Bold"/>
                <a:cs typeface="Rajdhani Bold"/>
                <a:sym typeface="Rajdhani Bold"/>
              </a:defRPr>
            </a:pPr>
            <a:r>
              <a:rPr lang="es-ES" sz="4000" kern="0">
                <a:solidFill>
                  <a:srgbClr val="E4CDB1"/>
                </a:solidFill>
                <a:latin typeface="Rajdhani Bold"/>
                <a:cs typeface="Rajdhani Bold"/>
                <a:sym typeface="Rajdhani Bold"/>
              </a:rPr>
              <a:t> </a:t>
            </a:r>
            <a:r>
              <a:rPr lang="es-MX" sz="4000" kern="0">
                <a:solidFill>
                  <a:srgbClr val="E4CDB1"/>
                </a:solidFill>
                <a:latin typeface="Rajdhani Bold"/>
                <a:cs typeface="Rajdhani Bold"/>
                <a:sym typeface="Rajdhani Bold"/>
              </a:rPr>
              <a:t>Entregables D</a:t>
            </a:r>
            <a:r>
              <a:rPr lang="en-US"/>
              <a:t>RP Grupo AXO Full Price y Chile </a:t>
            </a:r>
            <a:endParaRPr sz="4000" kern="0">
              <a:solidFill>
                <a:srgbClr val="E4CDB1"/>
              </a:solidFill>
              <a:latin typeface="Rajdhani Bold"/>
              <a:cs typeface="Rajdhani Bold"/>
              <a:sym typeface="Rajdhani Bold"/>
            </a:endParaRPr>
          </a:p>
        </p:txBody>
      </p:sp>
      <p:pic>
        <p:nvPicPr>
          <p:cNvPr id="51" name="Image" descr="Image"/>
          <p:cNvPicPr>
            <a:picLocks noChangeAspect="1"/>
          </p:cNvPicPr>
          <p:nvPr/>
        </p:nvPicPr>
        <p:blipFill>
          <a:blip r:embed="rId4"/>
          <a:stretch>
            <a:fillRect/>
          </a:stretch>
        </p:blipFill>
        <p:spPr>
          <a:xfrm>
            <a:off x="303502" y="6242886"/>
            <a:ext cx="173553" cy="400966"/>
          </a:xfrm>
          <a:prstGeom prst="rect">
            <a:avLst/>
          </a:prstGeom>
          <a:ln w="12700">
            <a:miter lim="400000"/>
          </a:ln>
        </p:spPr>
      </p:pic>
      <p:pic>
        <p:nvPicPr>
          <p:cNvPr id="17" name="Image" descr="Image">
            <a:extLst>
              <a:ext uri="{FF2B5EF4-FFF2-40B4-BE49-F238E27FC236}">
                <a16:creationId xmlns:a16="http://schemas.microsoft.com/office/drawing/2014/main" id="{CDD536C2-578E-45DB-A41B-836829F690C0}"/>
              </a:ext>
            </a:extLst>
          </p:cNvPr>
          <p:cNvPicPr>
            <a:picLocks noChangeAspect="1"/>
          </p:cNvPicPr>
          <p:nvPr/>
        </p:nvPicPr>
        <p:blipFill>
          <a:blip r:embed="rId5">
            <a:lum bright="70000" contrast="-70000"/>
          </a:blip>
          <a:stretch>
            <a:fillRect/>
          </a:stretch>
        </p:blipFill>
        <p:spPr>
          <a:xfrm>
            <a:off x="477054" y="423096"/>
            <a:ext cx="591469" cy="348435"/>
          </a:xfrm>
          <a:prstGeom prst="rect">
            <a:avLst/>
          </a:prstGeom>
          <a:ln w="12700">
            <a:miter lim="400000"/>
          </a:ln>
        </p:spPr>
      </p:pic>
      <p:sp>
        <p:nvSpPr>
          <p:cNvPr id="4" name="CuadroTexto 3">
            <a:extLst>
              <a:ext uri="{FF2B5EF4-FFF2-40B4-BE49-F238E27FC236}">
                <a16:creationId xmlns:a16="http://schemas.microsoft.com/office/drawing/2014/main" id="{4DE35792-57A1-400E-5DD3-5FAB77DE3257}"/>
              </a:ext>
            </a:extLst>
          </p:cNvPr>
          <p:cNvSpPr txBox="1"/>
          <p:nvPr/>
        </p:nvSpPr>
        <p:spPr>
          <a:xfrm>
            <a:off x="0" y="1478284"/>
            <a:ext cx="7182667" cy="462280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457200" indent="-457200" defTabSz="412750" hangingPunct="0">
              <a:lnSpc>
                <a:spcPct val="80000"/>
              </a:lnSpc>
              <a:buFont typeface="+mj-lt"/>
              <a:buAutoNum type="arabicPeriod"/>
              <a:defRPr sz="3200">
                <a:solidFill>
                  <a:srgbClr val="79776B"/>
                </a:solidFill>
                <a:latin typeface="Rajdhani Medium"/>
                <a:ea typeface="Rajdhani Medium"/>
                <a:cs typeface="Rajdhani Medium"/>
                <a:sym typeface="Rajdhani Medium"/>
              </a:defRPr>
            </a:pPr>
            <a:r>
              <a:rPr lang="es-ES" sz="1600">
                <a:solidFill>
                  <a:srgbClr val="FFFFFF"/>
                </a:solidFill>
                <a:latin typeface="Rajdhani Light" panose="02000000000000000000" pitchFamily="2" charset="0"/>
              </a:rPr>
              <a:t>Diseño de arquitectura de protección y continuidad de servicios. Implementación de componentes.</a:t>
            </a:r>
          </a:p>
          <a:p>
            <a:pPr marL="457200" indent="-457200" defTabSz="412750" hangingPunct="0">
              <a:lnSpc>
                <a:spcPct val="80000"/>
              </a:lnSpc>
              <a:buFont typeface="+mj-lt"/>
              <a:buAutoNum type="arabicPeriod"/>
              <a:defRPr sz="3200">
                <a:solidFill>
                  <a:srgbClr val="79776B"/>
                </a:solidFill>
                <a:latin typeface="Rajdhani Medium"/>
                <a:ea typeface="Rajdhani Medium"/>
                <a:cs typeface="Rajdhani Medium"/>
                <a:sym typeface="Rajdhani Medium"/>
              </a:defRPr>
            </a:pPr>
            <a:endParaRPr lang="es-ES" sz="1600">
              <a:solidFill>
                <a:srgbClr val="FFFFFF"/>
              </a:solidFill>
              <a:latin typeface="Rajdhani Light" panose="02000000000000000000" pitchFamily="2" charset="0"/>
            </a:endParaRPr>
          </a:p>
          <a:p>
            <a:pPr marL="457200" indent="-457200" defTabSz="412750" hangingPunct="0">
              <a:lnSpc>
                <a:spcPct val="80000"/>
              </a:lnSpc>
              <a:buFont typeface="+mj-lt"/>
              <a:buAutoNum type="arabicPeriod"/>
              <a:defRPr sz="3200">
                <a:solidFill>
                  <a:srgbClr val="79776B"/>
                </a:solidFill>
                <a:latin typeface="Rajdhani Medium"/>
                <a:ea typeface="Rajdhani Medium"/>
                <a:cs typeface="Rajdhani Medium"/>
                <a:sym typeface="Rajdhani Medium"/>
              </a:defRPr>
            </a:pPr>
            <a:r>
              <a:rPr lang="es-ES" sz="1600">
                <a:solidFill>
                  <a:srgbClr val="FFFFFF"/>
                </a:solidFill>
                <a:latin typeface="Rajdhani Light" panose="02000000000000000000" pitchFamily="2" charset="0"/>
              </a:rPr>
              <a:t>Habilitación e implementación de herramienta de réplica </a:t>
            </a:r>
            <a:r>
              <a:rPr lang="es-ES" sz="1600" err="1">
                <a:solidFill>
                  <a:srgbClr val="FFFFFF"/>
                </a:solidFill>
                <a:latin typeface="Rajdhani Light" panose="02000000000000000000" pitchFamily="2" charset="0"/>
              </a:rPr>
              <a:t>CloudEndure</a:t>
            </a:r>
            <a:r>
              <a:rPr lang="es-MX" sz="1600">
                <a:solidFill>
                  <a:srgbClr val="FFFFFF"/>
                </a:solidFill>
                <a:latin typeface="Rajdhani Light" panose="02000000000000000000" pitchFamily="2" charset="0"/>
                <a:sym typeface="Rajdhani Medium"/>
              </a:rPr>
              <a:t>Replicas </a:t>
            </a:r>
            <a:r>
              <a:rPr lang="es-MX" sz="1600" err="1">
                <a:solidFill>
                  <a:srgbClr val="FFFFFF"/>
                </a:solidFill>
                <a:latin typeface="Rajdhani Light" panose="02000000000000000000" pitchFamily="2" charset="0"/>
                <a:sym typeface="Rajdhani Medium"/>
              </a:rPr>
              <a:t>mirror</a:t>
            </a:r>
            <a:r>
              <a:rPr lang="es-MX" sz="1600">
                <a:solidFill>
                  <a:srgbClr val="FFFFFF"/>
                </a:solidFill>
                <a:latin typeface="Rajdhani Light" panose="02000000000000000000" pitchFamily="2" charset="0"/>
                <a:sym typeface="Rajdhani Medium"/>
              </a:rPr>
              <a:t> de sistemas críticos.</a:t>
            </a:r>
          </a:p>
          <a:p>
            <a:pPr marL="457200" indent="-457200" defTabSz="412750" hangingPunct="0">
              <a:lnSpc>
                <a:spcPct val="80000"/>
              </a:lnSpc>
              <a:buFont typeface="+mj-lt"/>
              <a:buAutoNum type="arabicPeriod"/>
              <a:defRPr sz="3200">
                <a:solidFill>
                  <a:srgbClr val="79776B"/>
                </a:solidFill>
                <a:latin typeface="Rajdhani Medium"/>
                <a:ea typeface="Rajdhani Medium"/>
                <a:cs typeface="Rajdhani Medium"/>
                <a:sym typeface="Rajdhani Medium"/>
              </a:defRPr>
            </a:pPr>
            <a:endParaRPr lang="es-MX" sz="1600">
              <a:solidFill>
                <a:srgbClr val="FFFFFF"/>
              </a:solidFill>
              <a:latin typeface="Rajdhani Light" panose="02000000000000000000" pitchFamily="2" charset="0"/>
              <a:cs typeface="Rajdhani Light" panose="02000000000000000000" pitchFamily="2" charset="0"/>
              <a:sym typeface="Rajdhani Medium"/>
            </a:endParaRPr>
          </a:p>
          <a:p>
            <a:pPr marL="457200" indent="-457200" defTabSz="412750" hangingPunct="0">
              <a:lnSpc>
                <a:spcPct val="80000"/>
              </a:lnSpc>
              <a:buFont typeface="+mj-lt"/>
              <a:buAutoNum type="arabicPeriod"/>
              <a:defRPr sz="3200">
                <a:solidFill>
                  <a:srgbClr val="79776B"/>
                </a:solidFill>
                <a:latin typeface="Rajdhani Medium"/>
                <a:ea typeface="Rajdhani Medium"/>
                <a:cs typeface="Rajdhani Medium"/>
                <a:sym typeface="Rajdhani Medium"/>
              </a:defRPr>
            </a:pPr>
            <a:r>
              <a:rPr lang="es-ES" sz="1600">
                <a:solidFill>
                  <a:srgbClr val="FFFFFF"/>
                </a:solidFill>
                <a:latin typeface="Rajdhani Light" panose="02000000000000000000" pitchFamily="2" charset="0"/>
              </a:rPr>
              <a:t>Habilitación de plataforma y consola AWS Región: US East (N. Virginia)</a:t>
            </a:r>
            <a:r>
              <a:rPr lang="es-MX" sz="1600">
                <a:solidFill>
                  <a:srgbClr val="FFFFFF"/>
                </a:solidFill>
                <a:latin typeface="Rajdhani Light" panose="02000000000000000000" pitchFamily="2" charset="0"/>
                <a:sym typeface="Rajdhani Medium"/>
              </a:rPr>
              <a:t>.</a:t>
            </a:r>
          </a:p>
          <a:p>
            <a:pPr marL="342900" indent="-342900" defTabSz="412750" hangingPunct="0">
              <a:lnSpc>
                <a:spcPct val="80000"/>
              </a:lnSpc>
              <a:buFont typeface="+mj-lt"/>
              <a:buAutoNum type="arabicPeriod"/>
              <a:defRPr sz="3200">
                <a:solidFill>
                  <a:srgbClr val="79776B"/>
                </a:solidFill>
                <a:latin typeface="Rajdhani Medium"/>
                <a:ea typeface="Rajdhani Medium"/>
                <a:cs typeface="Rajdhani Medium"/>
                <a:sym typeface="Rajdhani Medium"/>
              </a:defRPr>
            </a:pPr>
            <a:endParaRPr lang="es-MX" sz="1600">
              <a:solidFill>
                <a:srgbClr val="FFFFFF"/>
              </a:solidFill>
              <a:latin typeface="Rajdhani Light" panose="02000000000000000000" pitchFamily="2" charset="0"/>
              <a:sym typeface="Rajdhani Medium"/>
            </a:endParaRPr>
          </a:p>
          <a:p>
            <a:pPr marL="457200" indent="-457200" defTabSz="412750" hangingPunct="0">
              <a:lnSpc>
                <a:spcPct val="80000"/>
              </a:lnSpc>
              <a:buFont typeface="+mj-lt"/>
              <a:buAutoNum type="arabicPeriod"/>
              <a:defRPr sz="3200">
                <a:solidFill>
                  <a:srgbClr val="79776B"/>
                </a:solidFill>
                <a:latin typeface="Rajdhani Medium"/>
                <a:ea typeface="Rajdhani Medium"/>
                <a:cs typeface="Rajdhani Medium"/>
                <a:sym typeface="Rajdhani Medium"/>
              </a:defRPr>
            </a:pPr>
            <a:r>
              <a:rPr lang="es-ES" sz="1600">
                <a:solidFill>
                  <a:srgbClr val="FFFFFF"/>
                </a:solidFill>
                <a:latin typeface="Rajdhani Light" panose="02000000000000000000" pitchFamily="2" charset="0"/>
              </a:rPr>
              <a:t>Servicios Profesionales de Implementación de plataforma AWS y Configuración de componentes y DR</a:t>
            </a:r>
            <a:r>
              <a:rPr lang="es-MX" sz="1600">
                <a:solidFill>
                  <a:srgbClr val="FFFFFF"/>
                </a:solidFill>
                <a:latin typeface="Rajdhani Light" panose="02000000000000000000" pitchFamily="2" charset="0"/>
                <a:sym typeface="Rajdhani Medium"/>
              </a:rPr>
              <a:t>.</a:t>
            </a:r>
          </a:p>
          <a:p>
            <a:pPr marL="800100" lvl="1" indent="-342900" defTabSz="412750" hangingPunct="0">
              <a:lnSpc>
                <a:spcPct val="80000"/>
              </a:lnSpc>
              <a:buFont typeface="+mj-lt"/>
              <a:buAutoNum type="arabicPeriod"/>
              <a:defRPr sz="3200">
                <a:solidFill>
                  <a:srgbClr val="79776B"/>
                </a:solidFill>
                <a:latin typeface="Rajdhani Medium"/>
                <a:ea typeface="Rajdhani Medium"/>
                <a:cs typeface="Rajdhani Medium"/>
                <a:sym typeface="Rajdhani Medium"/>
              </a:defRPr>
            </a:pPr>
            <a:endParaRPr lang="es-MX" sz="1600">
              <a:solidFill>
                <a:srgbClr val="FFFFFF"/>
              </a:solidFill>
              <a:latin typeface="Rajdhani Light" panose="02000000000000000000" pitchFamily="2" charset="0"/>
              <a:sym typeface="Rajdhani Medium"/>
            </a:endParaRPr>
          </a:p>
          <a:p>
            <a:pPr marL="457200" indent="-457200" defTabSz="412750" hangingPunct="0">
              <a:lnSpc>
                <a:spcPct val="80000"/>
              </a:lnSpc>
              <a:buFont typeface="+mj-lt"/>
              <a:buAutoNum type="arabicPeriod"/>
              <a:defRPr sz="3200">
                <a:solidFill>
                  <a:srgbClr val="79776B"/>
                </a:solidFill>
                <a:latin typeface="Rajdhani Medium"/>
                <a:ea typeface="Rajdhani Medium"/>
                <a:cs typeface="Rajdhani Medium"/>
                <a:sym typeface="Rajdhani Medium"/>
              </a:defRPr>
            </a:pPr>
            <a:r>
              <a:rPr lang="es-ES" sz="1600">
                <a:solidFill>
                  <a:srgbClr val="FFFFFF"/>
                </a:solidFill>
                <a:latin typeface="Rajdhani Light" panose="02000000000000000000" pitchFamily="2" charset="0"/>
              </a:rPr>
              <a:t>Administración de </a:t>
            </a:r>
            <a:r>
              <a:rPr lang="es-ES" sz="1600" err="1">
                <a:solidFill>
                  <a:srgbClr val="FFFFFF"/>
                </a:solidFill>
                <a:latin typeface="Rajdhani Light" panose="02000000000000000000" pitchFamily="2" charset="0"/>
              </a:rPr>
              <a:t>DRaaS</a:t>
            </a:r>
            <a:r>
              <a:rPr lang="es-ES" sz="1600">
                <a:solidFill>
                  <a:srgbClr val="FFFFFF"/>
                </a:solidFill>
                <a:latin typeface="Rajdhani Light" panose="02000000000000000000" pitchFamily="2" charset="0"/>
              </a:rPr>
              <a:t> Grupo AXO</a:t>
            </a:r>
            <a:r>
              <a:rPr lang="es-MX" sz="1600">
                <a:solidFill>
                  <a:srgbClr val="FFFFFF"/>
                </a:solidFill>
                <a:latin typeface="Rajdhani Light" panose="02000000000000000000" pitchFamily="2" charset="0"/>
                <a:sym typeface="Rajdhani Medium"/>
              </a:rPr>
              <a:t>.</a:t>
            </a:r>
          </a:p>
          <a:p>
            <a:pPr marL="457200" indent="-457200" defTabSz="412750" hangingPunct="0">
              <a:lnSpc>
                <a:spcPct val="80000"/>
              </a:lnSpc>
              <a:buFont typeface="+mj-lt"/>
              <a:buAutoNum type="arabicPeriod"/>
              <a:defRPr sz="3200">
                <a:solidFill>
                  <a:srgbClr val="79776B"/>
                </a:solidFill>
                <a:latin typeface="Rajdhani Medium"/>
                <a:ea typeface="Rajdhani Medium"/>
                <a:cs typeface="Rajdhani Medium"/>
                <a:sym typeface="Rajdhani Medium"/>
              </a:defRPr>
            </a:pPr>
            <a:endParaRPr lang="es-MX" sz="1600">
              <a:solidFill>
                <a:srgbClr val="FFFFFF"/>
              </a:solidFill>
              <a:latin typeface="Rajdhani Light" panose="02000000000000000000" pitchFamily="2" charset="0"/>
              <a:sym typeface="Rajdhani Medium"/>
            </a:endParaRPr>
          </a:p>
          <a:p>
            <a:pPr marL="457200" indent="-457200" defTabSz="412750" hangingPunct="0">
              <a:lnSpc>
                <a:spcPct val="80000"/>
              </a:lnSpc>
              <a:buFont typeface="+mj-lt"/>
              <a:buAutoNum type="arabicPeriod"/>
              <a:defRPr sz="3200">
                <a:solidFill>
                  <a:srgbClr val="79776B"/>
                </a:solidFill>
                <a:latin typeface="Rajdhani Medium"/>
                <a:ea typeface="Rajdhani Medium"/>
                <a:cs typeface="Rajdhani Medium"/>
                <a:sym typeface="Rajdhani Medium"/>
              </a:defRPr>
            </a:pPr>
            <a:r>
              <a:rPr lang="es-ES" sz="1600">
                <a:solidFill>
                  <a:srgbClr val="FFFFFF"/>
                </a:solidFill>
                <a:latin typeface="Rajdhani Light" panose="02000000000000000000" pitchFamily="2" charset="0"/>
              </a:rPr>
              <a:t>Evento de contingencia (Ejecución de pruebas </a:t>
            </a:r>
            <a:r>
              <a:rPr lang="es-ES" sz="1600" err="1">
                <a:solidFill>
                  <a:srgbClr val="FFFFFF"/>
                </a:solidFill>
                <a:latin typeface="Rajdhani Light" panose="02000000000000000000" pitchFamily="2" charset="0"/>
              </a:rPr>
              <a:t>FailOver</a:t>
            </a:r>
            <a:r>
              <a:rPr lang="es-ES" sz="1600">
                <a:solidFill>
                  <a:srgbClr val="FFFFFF"/>
                </a:solidFill>
                <a:latin typeface="Rajdhani Light" panose="02000000000000000000" pitchFamily="2" charset="0"/>
              </a:rPr>
              <a:t> de DRP).</a:t>
            </a:r>
          </a:p>
          <a:p>
            <a:pPr marL="457200" indent="-457200" defTabSz="412750" hangingPunct="0">
              <a:lnSpc>
                <a:spcPct val="80000"/>
              </a:lnSpc>
              <a:buFont typeface="+mj-lt"/>
              <a:buAutoNum type="arabicPeriod"/>
              <a:defRPr sz="3200">
                <a:solidFill>
                  <a:srgbClr val="79776B"/>
                </a:solidFill>
                <a:latin typeface="Rajdhani Medium"/>
                <a:ea typeface="Rajdhani Medium"/>
                <a:cs typeface="Rajdhani Medium"/>
                <a:sym typeface="Rajdhani Medium"/>
              </a:defRPr>
            </a:pPr>
            <a:endParaRPr lang="es-ES" sz="1600">
              <a:solidFill>
                <a:srgbClr val="FFFFFF"/>
              </a:solidFill>
              <a:latin typeface="Rajdhani Light" panose="02000000000000000000" pitchFamily="2" charset="0"/>
            </a:endParaRPr>
          </a:p>
          <a:p>
            <a:pPr marL="457200" indent="-457200" defTabSz="412750" hangingPunct="0">
              <a:lnSpc>
                <a:spcPct val="80000"/>
              </a:lnSpc>
              <a:buFont typeface="+mj-lt"/>
              <a:buAutoNum type="arabicPeriod"/>
              <a:defRPr sz="3200">
                <a:solidFill>
                  <a:srgbClr val="79776B"/>
                </a:solidFill>
                <a:latin typeface="Rajdhani Medium"/>
                <a:ea typeface="Rajdhani Medium"/>
                <a:cs typeface="Rajdhani Medium"/>
                <a:sym typeface="Rajdhani Medium"/>
              </a:defRPr>
            </a:pPr>
            <a:r>
              <a:rPr lang="es-ES" sz="1600">
                <a:solidFill>
                  <a:srgbClr val="FFFFFF"/>
                </a:solidFill>
                <a:latin typeface="Rajdhani Light" panose="02000000000000000000" pitchFamily="2" charset="0"/>
              </a:rPr>
              <a:t>Creación y configuración de Subredes para establecer conectividad entre nubes La VPC se encuentra ya creada.</a:t>
            </a:r>
          </a:p>
          <a:p>
            <a:pPr marL="457200" indent="-457200" defTabSz="412750" hangingPunct="0">
              <a:lnSpc>
                <a:spcPct val="80000"/>
              </a:lnSpc>
              <a:buFont typeface="+mj-lt"/>
              <a:buAutoNum type="arabicPeriod"/>
              <a:defRPr sz="3200">
                <a:solidFill>
                  <a:srgbClr val="79776B"/>
                </a:solidFill>
                <a:latin typeface="Rajdhani Medium"/>
                <a:ea typeface="Rajdhani Medium"/>
                <a:cs typeface="Rajdhani Medium"/>
                <a:sym typeface="Rajdhani Medium"/>
              </a:defRPr>
            </a:pPr>
            <a:endParaRPr lang="es-ES" sz="1600">
              <a:solidFill>
                <a:srgbClr val="FFFFFF"/>
              </a:solidFill>
              <a:latin typeface="Rajdhani Light" panose="02000000000000000000" pitchFamily="2" charset="0"/>
            </a:endParaRPr>
          </a:p>
          <a:p>
            <a:pPr marL="457200" indent="-457200" defTabSz="412750" hangingPunct="0">
              <a:lnSpc>
                <a:spcPct val="80000"/>
              </a:lnSpc>
              <a:buFont typeface="+mj-lt"/>
              <a:buAutoNum type="arabicPeriod"/>
              <a:defRPr sz="3200">
                <a:solidFill>
                  <a:srgbClr val="79776B"/>
                </a:solidFill>
                <a:latin typeface="Rajdhani Medium"/>
                <a:ea typeface="Rajdhani Medium"/>
                <a:cs typeface="Rajdhani Medium"/>
                <a:sym typeface="Rajdhani Medium"/>
              </a:defRPr>
            </a:pPr>
            <a:r>
              <a:rPr lang="es-MX" sz="1600">
                <a:solidFill>
                  <a:srgbClr val="FFFFFF"/>
                </a:solidFill>
                <a:latin typeface="Rajdhani Light" panose="02000000000000000000" pitchFamily="2" charset="0"/>
              </a:rPr>
              <a:t>Infraestructura en AWS Seguridad Perimetral Fortinet </a:t>
            </a:r>
            <a:r>
              <a:rPr lang="es-MX" sz="1600" err="1">
                <a:solidFill>
                  <a:srgbClr val="FFFFFF"/>
                </a:solidFill>
                <a:latin typeface="Rajdhani Light" panose="02000000000000000000" pitchFamily="2" charset="0"/>
              </a:rPr>
              <a:t>FortiGate</a:t>
            </a:r>
            <a:r>
              <a:rPr lang="es-MX" sz="1600">
                <a:solidFill>
                  <a:srgbClr val="FFFFFF"/>
                </a:solidFill>
                <a:latin typeface="Rajdhani Light" panose="02000000000000000000" pitchFamily="2" charset="0"/>
              </a:rPr>
              <a:t> Next-</a:t>
            </a:r>
            <a:r>
              <a:rPr lang="es-MX" sz="1600" err="1">
                <a:solidFill>
                  <a:srgbClr val="FFFFFF"/>
                </a:solidFill>
                <a:latin typeface="Rajdhani Light" panose="02000000000000000000" pitchFamily="2" charset="0"/>
              </a:rPr>
              <a:t>Generation</a:t>
            </a:r>
            <a:r>
              <a:rPr lang="es-MX" sz="1600">
                <a:solidFill>
                  <a:srgbClr val="FFFFFF"/>
                </a:solidFill>
                <a:latin typeface="Rajdhani Light" panose="02000000000000000000" pitchFamily="2" charset="0"/>
              </a:rPr>
              <a:t> </a:t>
            </a:r>
            <a:r>
              <a:rPr lang="es-MX" sz="1600" err="1">
                <a:solidFill>
                  <a:srgbClr val="FFFFFF"/>
                </a:solidFill>
                <a:latin typeface="Rajdhani Light" panose="02000000000000000000" pitchFamily="2" charset="0"/>
              </a:rPr>
              <a:t>Firewal</a:t>
            </a:r>
            <a:r>
              <a:rPr lang="es-MX" sz="1600">
                <a:solidFill>
                  <a:srgbClr val="FFFFFF"/>
                </a:solidFill>
                <a:latin typeface="Rajdhani Light" panose="02000000000000000000" pitchFamily="2" charset="0"/>
              </a:rPr>
              <a:t>.</a:t>
            </a:r>
          </a:p>
          <a:p>
            <a:pPr marL="457200" indent="-457200" defTabSz="412750" hangingPunct="0">
              <a:lnSpc>
                <a:spcPct val="80000"/>
              </a:lnSpc>
              <a:buFont typeface="+mj-lt"/>
              <a:buAutoNum type="arabicPeriod"/>
              <a:defRPr sz="3200">
                <a:solidFill>
                  <a:srgbClr val="79776B"/>
                </a:solidFill>
                <a:latin typeface="Rajdhani Medium"/>
                <a:ea typeface="Rajdhani Medium"/>
                <a:cs typeface="Rajdhani Medium"/>
                <a:sym typeface="Rajdhani Medium"/>
              </a:defRPr>
            </a:pPr>
            <a:endParaRPr lang="es-ES" sz="1600">
              <a:solidFill>
                <a:srgbClr val="FFFFFF"/>
              </a:solidFill>
              <a:latin typeface="Rajdhani Light" panose="02000000000000000000" pitchFamily="2" charset="0"/>
            </a:endParaRPr>
          </a:p>
          <a:p>
            <a:pPr marL="457200" indent="-457200" defTabSz="412750" hangingPunct="0">
              <a:lnSpc>
                <a:spcPct val="80000"/>
              </a:lnSpc>
              <a:buFont typeface="+mj-lt"/>
              <a:buAutoNum type="arabicPeriod"/>
              <a:defRPr sz="3200">
                <a:solidFill>
                  <a:srgbClr val="79776B"/>
                </a:solidFill>
                <a:latin typeface="Rajdhani Medium"/>
                <a:ea typeface="Rajdhani Medium"/>
                <a:cs typeface="Rajdhani Medium"/>
                <a:sym typeface="Rajdhani Medium"/>
              </a:defRPr>
            </a:pPr>
            <a:r>
              <a:rPr lang="es-ES" sz="1600">
                <a:solidFill>
                  <a:srgbClr val="FFFFFF"/>
                </a:solidFill>
                <a:latin typeface="Rajdhani Light" panose="02000000000000000000" pitchFamily="2" charset="0"/>
              </a:rPr>
              <a:t>Creación y configuración de Subredes para establecer conectividad entre nubes.</a:t>
            </a:r>
          </a:p>
        </p:txBody>
      </p:sp>
    </p:spTree>
    <p:extLst>
      <p:ext uri="{BB962C8B-B14F-4D97-AF65-F5344CB8AC3E}">
        <p14:creationId xmlns:p14="http://schemas.microsoft.com/office/powerpoint/2010/main" val="846575402"/>
      </p:ext>
    </p:extLst>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73535"/>
        </a:solidFill>
        <a:effectLst/>
      </p:bgPr>
    </p:bg>
    <p:spTree>
      <p:nvGrpSpPr>
        <p:cNvPr id="1" name=""/>
        <p:cNvGrpSpPr/>
        <p:nvPr/>
      </p:nvGrpSpPr>
      <p:grpSpPr>
        <a:xfrm>
          <a:off x="0" y="0"/>
          <a:ext cx="0" cy="0"/>
          <a:chOff x="0" y="0"/>
          <a:chExt cx="0" cy="0"/>
        </a:xfrm>
      </p:grpSpPr>
      <p:sp>
        <p:nvSpPr>
          <p:cNvPr id="12" name="Rectangle 1">
            <a:extLst>
              <a:ext uri="{FF2B5EF4-FFF2-40B4-BE49-F238E27FC236}">
                <a16:creationId xmlns:a16="http://schemas.microsoft.com/office/drawing/2014/main" id="{ED690374-BF8B-4530-ABF1-B291C9E34825}"/>
              </a:ext>
            </a:extLst>
          </p:cNvPr>
          <p:cNvSpPr/>
          <p:nvPr/>
        </p:nvSpPr>
        <p:spPr>
          <a:xfrm>
            <a:off x="-636814" y="1712302"/>
            <a:ext cx="13732329" cy="4224952"/>
          </a:xfrm>
          <a:prstGeom prst="rect">
            <a:avLst/>
          </a:prstGeom>
          <a:solidFill>
            <a:srgbClr val="000000">
              <a:alpha val="40000"/>
            </a:srgbClr>
          </a:solidFill>
          <a:ln w="12700">
            <a:miter lim="400000"/>
          </a:ln>
        </p:spPr>
        <p:txBody>
          <a:bodyPr lIns="25400" tIns="25400" rIns="25400" bIns="25400" anchor="ctr"/>
          <a:lstStyle/>
          <a:p>
            <a:pPr algn="ctr" defTabSz="412750" hangingPunct="0">
              <a:defRPr sz="3200">
                <a:solidFill>
                  <a:srgbClr val="FFFFFF"/>
                </a:solidFill>
                <a:latin typeface="Helvetica Neue Medium"/>
                <a:ea typeface="Helvetica Neue Medium"/>
                <a:cs typeface="Helvetica Neue Medium"/>
                <a:sym typeface="Helvetica Neue Medium"/>
              </a:defRPr>
            </a:pPr>
            <a:endParaRPr sz="1600" kern="0">
              <a:solidFill>
                <a:srgbClr val="FFFFFF"/>
              </a:solidFill>
              <a:latin typeface="Helvetica Neue Medium"/>
              <a:sym typeface="Helvetica Neue Medium"/>
            </a:endParaRPr>
          </a:p>
        </p:txBody>
      </p:sp>
      <p:pic>
        <p:nvPicPr>
          <p:cNvPr id="52" name="Image" descr="Image"/>
          <p:cNvPicPr>
            <a:picLocks noChangeAspect="1"/>
          </p:cNvPicPr>
          <p:nvPr/>
        </p:nvPicPr>
        <p:blipFill>
          <a:blip r:embed="rId3">
            <a:alphaModFix amt="11000"/>
          </a:blip>
          <a:srcRect l="39668" t="61347" r="9540" b="2767"/>
          <a:stretch>
            <a:fillRect/>
          </a:stretch>
        </p:blipFill>
        <p:spPr>
          <a:xfrm>
            <a:off x="6095637" y="6662168"/>
            <a:ext cx="6080688" cy="386327"/>
          </a:xfrm>
          <a:prstGeom prst="rect">
            <a:avLst/>
          </a:prstGeom>
          <a:ln w="12700">
            <a:miter lim="400000"/>
          </a:ln>
        </p:spPr>
      </p:pic>
      <p:sp>
        <p:nvSpPr>
          <p:cNvPr id="11" name="Lorena Flores…">
            <a:extLst>
              <a:ext uri="{FF2B5EF4-FFF2-40B4-BE49-F238E27FC236}">
                <a16:creationId xmlns:a16="http://schemas.microsoft.com/office/drawing/2014/main" id="{189EF4FB-DA5C-42F8-8337-FCD90A7857C2}"/>
              </a:ext>
            </a:extLst>
          </p:cNvPr>
          <p:cNvSpPr txBox="1"/>
          <p:nvPr/>
        </p:nvSpPr>
        <p:spPr>
          <a:xfrm>
            <a:off x="1140679" y="342688"/>
            <a:ext cx="8833315" cy="57451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numCol="1" anchor="t">
            <a:spAutoFit/>
          </a:bodyPr>
          <a:lstStyle/>
          <a:p>
            <a:pPr defTabSz="412750" hangingPunct="0">
              <a:lnSpc>
                <a:spcPct val="80000"/>
              </a:lnSpc>
              <a:defRPr sz="4000">
                <a:solidFill>
                  <a:srgbClr val="E4CDB1"/>
                </a:solidFill>
                <a:latin typeface="Rajdhani Bold"/>
                <a:ea typeface="Rajdhani Bold"/>
                <a:cs typeface="Rajdhani Bold"/>
                <a:sym typeface="Rajdhani Bold"/>
              </a:defRPr>
            </a:pPr>
            <a:r>
              <a:rPr lang="es-MX" sz="4000" kern="0">
                <a:solidFill>
                  <a:srgbClr val="E4CDB1"/>
                </a:solidFill>
                <a:latin typeface="Rajdhani Bold"/>
                <a:cs typeface="Rajdhani Bold"/>
                <a:sym typeface="Rajdhani Bold"/>
              </a:rPr>
              <a:t> Fechas Planificadas y Reales </a:t>
            </a:r>
          </a:p>
        </p:txBody>
      </p:sp>
      <p:pic>
        <p:nvPicPr>
          <p:cNvPr id="51" name="Image" descr="Image"/>
          <p:cNvPicPr>
            <a:picLocks noChangeAspect="1"/>
          </p:cNvPicPr>
          <p:nvPr/>
        </p:nvPicPr>
        <p:blipFill>
          <a:blip r:embed="rId4"/>
          <a:stretch>
            <a:fillRect/>
          </a:stretch>
        </p:blipFill>
        <p:spPr>
          <a:xfrm>
            <a:off x="303502" y="6242886"/>
            <a:ext cx="173553" cy="400966"/>
          </a:xfrm>
          <a:prstGeom prst="rect">
            <a:avLst/>
          </a:prstGeom>
          <a:ln w="12700">
            <a:miter lim="400000"/>
          </a:ln>
        </p:spPr>
      </p:pic>
      <p:pic>
        <p:nvPicPr>
          <p:cNvPr id="17" name="Image" descr="Image">
            <a:extLst>
              <a:ext uri="{FF2B5EF4-FFF2-40B4-BE49-F238E27FC236}">
                <a16:creationId xmlns:a16="http://schemas.microsoft.com/office/drawing/2014/main" id="{CDD536C2-578E-45DB-A41B-836829F690C0}"/>
              </a:ext>
            </a:extLst>
          </p:cNvPr>
          <p:cNvPicPr>
            <a:picLocks noChangeAspect="1"/>
          </p:cNvPicPr>
          <p:nvPr/>
        </p:nvPicPr>
        <p:blipFill>
          <a:blip r:embed="rId5">
            <a:lum bright="70000" contrast="-70000"/>
          </a:blip>
          <a:stretch>
            <a:fillRect/>
          </a:stretch>
        </p:blipFill>
        <p:spPr>
          <a:xfrm>
            <a:off x="477054" y="423096"/>
            <a:ext cx="591469" cy="348435"/>
          </a:xfrm>
          <a:prstGeom prst="rect">
            <a:avLst/>
          </a:prstGeom>
          <a:ln w="12700">
            <a:miter lim="400000"/>
          </a:ln>
        </p:spPr>
      </p:pic>
      <p:pic>
        <p:nvPicPr>
          <p:cNvPr id="54" name="Imagen 53">
            <a:extLst>
              <a:ext uri="{FF2B5EF4-FFF2-40B4-BE49-F238E27FC236}">
                <a16:creationId xmlns:a16="http://schemas.microsoft.com/office/drawing/2014/main" id="{B117A496-FFF0-E950-E104-108D010C0B55}"/>
              </a:ext>
            </a:extLst>
          </p:cNvPr>
          <p:cNvPicPr>
            <a:picLocks noChangeAspect="1"/>
          </p:cNvPicPr>
          <p:nvPr/>
        </p:nvPicPr>
        <p:blipFill>
          <a:blip r:embed="rId6"/>
          <a:stretch>
            <a:fillRect/>
          </a:stretch>
        </p:blipFill>
        <p:spPr>
          <a:xfrm>
            <a:off x="457200" y="1242959"/>
            <a:ext cx="11431298" cy="5034016"/>
          </a:xfrm>
          <a:prstGeom prst="rect">
            <a:avLst/>
          </a:prstGeom>
        </p:spPr>
      </p:pic>
    </p:spTree>
    <p:extLst>
      <p:ext uri="{BB962C8B-B14F-4D97-AF65-F5344CB8AC3E}">
        <p14:creationId xmlns:p14="http://schemas.microsoft.com/office/powerpoint/2010/main" val="1082910700"/>
      </p:ext>
    </p:extLst>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73535"/>
        </a:solidFill>
        <a:effectLst/>
      </p:bgPr>
    </p:bg>
    <p:spTree>
      <p:nvGrpSpPr>
        <p:cNvPr id="1" name=""/>
        <p:cNvGrpSpPr/>
        <p:nvPr/>
      </p:nvGrpSpPr>
      <p:grpSpPr>
        <a:xfrm>
          <a:off x="0" y="0"/>
          <a:ext cx="0" cy="0"/>
          <a:chOff x="0" y="0"/>
          <a:chExt cx="0" cy="0"/>
        </a:xfrm>
      </p:grpSpPr>
      <p:sp>
        <p:nvSpPr>
          <p:cNvPr id="12" name="Rectangle 1">
            <a:extLst>
              <a:ext uri="{FF2B5EF4-FFF2-40B4-BE49-F238E27FC236}">
                <a16:creationId xmlns:a16="http://schemas.microsoft.com/office/drawing/2014/main" id="{ED690374-BF8B-4530-ABF1-B291C9E34825}"/>
              </a:ext>
            </a:extLst>
          </p:cNvPr>
          <p:cNvSpPr/>
          <p:nvPr/>
        </p:nvSpPr>
        <p:spPr>
          <a:xfrm>
            <a:off x="-636814" y="1712302"/>
            <a:ext cx="13732329" cy="4224952"/>
          </a:xfrm>
          <a:prstGeom prst="rect">
            <a:avLst/>
          </a:prstGeom>
          <a:solidFill>
            <a:srgbClr val="000000">
              <a:alpha val="40000"/>
            </a:srgbClr>
          </a:solidFill>
          <a:ln w="12700">
            <a:miter lim="400000"/>
          </a:ln>
        </p:spPr>
        <p:txBody>
          <a:bodyPr lIns="25400" tIns="25400" rIns="25400" bIns="25400" anchor="ctr"/>
          <a:lstStyle/>
          <a:p>
            <a:pPr algn="l">
              <a:buFont typeface="Arial" panose="020B0604020202020204" pitchFamily="34" charset="0"/>
              <a:buChar char="•"/>
            </a:pPr>
            <a:endParaRPr lang="es-ES" sz="1050" b="0" i="0">
              <a:solidFill>
                <a:srgbClr val="777777"/>
              </a:solidFill>
              <a:effectLst/>
              <a:latin typeface="Lato" panose="020B0604020202020204" pitchFamily="34" charset="0"/>
            </a:endParaRPr>
          </a:p>
        </p:txBody>
      </p:sp>
      <p:pic>
        <p:nvPicPr>
          <p:cNvPr id="52" name="Image" descr="Image"/>
          <p:cNvPicPr>
            <a:picLocks noChangeAspect="1"/>
          </p:cNvPicPr>
          <p:nvPr/>
        </p:nvPicPr>
        <p:blipFill>
          <a:blip r:embed="rId3">
            <a:alphaModFix amt="11000"/>
          </a:blip>
          <a:srcRect l="39668" t="61347" r="9540" b="2767"/>
          <a:stretch>
            <a:fillRect/>
          </a:stretch>
        </p:blipFill>
        <p:spPr>
          <a:xfrm>
            <a:off x="6095637" y="6662168"/>
            <a:ext cx="6080688" cy="386327"/>
          </a:xfrm>
          <a:prstGeom prst="rect">
            <a:avLst/>
          </a:prstGeom>
          <a:ln w="12700">
            <a:miter lim="400000"/>
          </a:ln>
        </p:spPr>
      </p:pic>
      <p:sp>
        <p:nvSpPr>
          <p:cNvPr id="11" name="Lorena Flores…">
            <a:extLst>
              <a:ext uri="{FF2B5EF4-FFF2-40B4-BE49-F238E27FC236}">
                <a16:creationId xmlns:a16="http://schemas.microsoft.com/office/drawing/2014/main" id="{189EF4FB-DA5C-42F8-8337-FCD90A7857C2}"/>
              </a:ext>
            </a:extLst>
          </p:cNvPr>
          <p:cNvSpPr txBox="1"/>
          <p:nvPr/>
        </p:nvSpPr>
        <p:spPr>
          <a:xfrm>
            <a:off x="1140679" y="342688"/>
            <a:ext cx="8833315" cy="57451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numCol="1" anchor="t">
            <a:spAutoFit/>
          </a:bodyPr>
          <a:lstStyle/>
          <a:p>
            <a:pPr defTabSz="412750" hangingPunct="0">
              <a:lnSpc>
                <a:spcPct val="80000"/>
              </a:lnSpc>
              <a:defRPr sz="4000">
                <a:solidFill>
                  <a:srgbClr val="E4CDB1"/>
                </a:solidFill>
                <a:latin typeface="Rajdhani Bold"/>
                <a:ea typeface="Rajdhani Bold"/>
                <a:cs typeface="Rajdhani Bold"/>
                <a:sym typeface="Rajdhani Bold"/>
              </a:defRPr>
            </a:pPr>
            <a:r>
              <a:rPr lang="es-MX" sz="4000" kern="0">
                <a:solidFill>
                  <a:srgbClr val="E4CDB1"/>
                </a:solidFill>
                <a:latin typeface="Rajdhani Bold"/>
                <a:cs typeface="Rajdhani Bold"/>
                <a:sym typeface="Rajdhani Bold"/>
              </a:rPr>
              <a:t>Costos Planificados y Reales </a:t>
            </a:r>
            <a:endParaRPr sz="4000" kern="0">
              <a:solidFill>
                <a:srgbClr val="E4CDB1"/>
              </a:solidFill>
              <a:latin typeface="Rajdhani Bold"/>
              <a:cs typeface="Rajdhani Bold"/>
              <a:sym typeface="Rajdhani Bold"/>
            </a:endParaRPr>
          </a:p>
        </p:txBody>
      </p:sp>
      <p:pic>
        <p:nvPicPr>
          <p:cNvPr id="51" name="Image" descr="Image"/>
          <p:cNvPicPr>
            <a:picLocks noChangeAspect="1"/>
          </p:cNvPicPr>
          <p:nvPr/>
        </p:nvPicPr>
        <p:blipFill>
          <a:blip r:embed="rId4"/>
          <a:stretch>
            <a:fillRect/>
          </a:stretch>
        </p:blipFill>
        <p:spPr>
          <a:xfrm>
            <a:off x="303502" y="6242886"/>
            <a:ext cx="173553" cy="400966"/>
          </a:xfrm>
          <a:prstGeom prst="rect">
            <a:avLst/>
          </a:prstGeom>
          <a:ln w="12700">
            <a:miter lim="400000"/>
          </a:ln>
        </p:spPr>
      </p:pic>
      <p:pic>
        <p:nvPicPr>
          <p:cNvPr id="17" name="Image" descr="Image">
            <a:extLst>
              <a:ext uri="{FF2B5EF4-FFF2-40B4-BE49-F238E27FC236}">
                <a16:creationId xmlns:a16="http://schemas.microsoft.com/office/drawing/2014/main" id="{CDD536C2-578E-45DB-A41B-836829F690C0}"/>
              </a:ext>
            </a:extLst>
          </p:cNvPr>
          <p:cNvPicPr>
            <a:picLocks noChangeAspect="1"/>
          </p:cNvPicPr>
          <p:nvPr/>
        </p:nvPicPr>
        <p:blipFill>
          <a:blip r:embed="rId5">
            <a:lum bright="70000" contrast="-70000"/>
          </a:blip>
          <a:stretch>
            <a:fillRect/>
          </a:stretch>
        </p:blipFill>
        <p:spPr>
          <a:xfrm>
            <a:off x="477054" y="423096"/>
            <a:ext cx="591469" cy="348435"/>
          </a:xfrm>
          <a:prstGeom prst="rect">
            <a:avLst/>
          </a:prstGeom>
          <a:ln w="12700">
            <a:miter lim="400000"/>
          </a:ln>
        </p:spPr>
      </p:pic>
      <p:pic>
        <p:nvPicPr>
          <p:cNvPr id="6" name="Imagen 5">
            <a:extLst>
              <a:ext uri="{FF2B5EF4-FFF2-40B4-BE49-F238E27FC236}">
                <a16:creationId xmlns:a16="http://schemas.microsoft.com/office/drawing/2014/main" id="{253BEC01-0C32-C27B-D5F4-B20947624659}"/>
              </a:ext>
            </a:extLst>
          </p:cNvPr>
          <p:cNvPicPr>
            <a:picLocks noChangeAspect="1"/>
          </p:cNvPicPr>
          <p:nvPr/>
        </p:nvPicPr>
        <p:blipFill>
          <a:blip r:embed="rId6"/>
          <a:stretch>
            <a:fillRect/>
          </a:stretch>
        </p:blipFill>
        <p:spPr>
          <a:xfrm>
            <a:off x="1068523" y="1167270"/>
            <a:ext cx="10317478" cy="5276099"/>
          </a:xfrm>
          <a:prstGeom prst="rect">
            <a:avLst/>
          </a:prstGeom>
        </p:spPr>
      </p:pic>
    </p:spTree>
    <p:extLst>
      <p:ext uri="{BB962C8B-B14F-4D97-AF65-F5344CB8AC3E}">
        <p14:creationId xmlns:p14="http://schemas.microsoft.com/office/powerpoint/2010/main" val="1105436276"/>
      </p:ext>
    </p:extLst>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73535"/>
        </a:solidFill>
        <a:effectLst/>
      </p:bgPr>
    </p:bg>
    <p:spTree>
      <p:nvGrpSpPr>
        <p:cNvPr id="1" name=""/>
        <p:cNvGrpSpPr/>
        <p:nvPr/>
      </p:nvGrpSpPr>
      <p:grpSpPr>
        <a:xfrm>
          <a:off x="0" y="0"/>
          <a:ext cx="0" cy="0"/>
          <a:chOff x="0" y="0"/>
          <a:chExt cx="0" cy="0"/>
        </a:xfrm>
      </p:grpSpPr>
      <p:sp>
        <p:nvSpPr>
          <p:cNvPr id="12" name="Rectangle 1">
            <a:extLst>
              <a:ext uri="{FF2B5EF4-FFF2-40B4-BE49-F238E27FC236}">
                <a16:creationId xmlns:a16="http://schemas.microsoft.com/office/drawing/2014/main" id="{ED690374-BF8B-4530-ABF1-B291C9E34825}"/>
              </a:ext>
            </a:extLst>
          </p:cNvPr>
          <p:cNvSpPr/>
          <p:nvPr/>
        </p:nvSpPr>
        <p:spPr>
          <a:xfrm>
            <a:off x="-626595" y="0"/>
            <a:ext cx="13732329" cy="5598695"/>
          </a:xfrm>
          <a:prstGeom prst="rect">
            <a:avLst/>
          </a:prstGeom>
          <a:solidFill>
            <a:srgbClr val="000000">
              <a:alpha val="40000"/>
            </a:srgbClr>
          </a:solidFill>
          <a:ln w="12700">
            <a:miter lim="400000"/>
          </a:ln>
          <a:effectLst>
            <a:reflection blurRad="88900" stA="45000" endPos="65000" dist="50800" dir="5400000" sy="-100000" algn="bl" rotWithShape="0"/>
          </a:effectLst>
        </p:spPr>
        <p:txBody>
          <a:bodyPr lIns="25400" tIns="25400" rIns="25400" bIns="25400" anchor="ctr"/>
          <a:lstStyle/>
          <a:p>
            <a:pPr algn="ctr" defTabSz="412750" hangingPunct="0">
              <a:defRPr sz="3200">
                <a:solidFill>
                  <a:srgbClr val="FFFFFF"/>
                </a:solidFill>
                <a:latin typeface="Helvetica Neue Medium"/>
                <a:ea typeface="Helvetica Neue Medium"/>
                <a:cs typeface="Helvetica Neue Medium"/>
                <a:sym typeface="Helvetica Neue Medium"/>
              </a:defRPr>
            </a:pPr>
            <a:endParaRPr lang="es-MX" sz="1600" kern="0">
              <a:solidFill>
                <a:srgbClr val="FFFFFF"/>
              </a:solidFill>
              <a:latin typeface="Helvetica Neue Medium"/>
              <a:sym typeface="Helvetica Neue Medium"/>
            </a:endParaRPr>
          </a:p>
        </p:txBody>
      </p:sp>
      <p:pic>
        <p:nvPicPr>
          <p:cNvPr id="52" name="Image" descr="Image"/>
          <p:cNvPicPr>
            <a:picLocks noChangeAspect="1"/>
          </p:cNvPicPr>
          <p:nvPr/>
        </p:nvPicPr>
        <p:blipFill>
          <a:blip r:embed="rId3">
            <a:alphaModFix amt="11000"/>
          </a:blip>
          <a:srcRect l="39668" t="61347" r="9540" b="2767"/>
          <a:stretch>
            <a:fillRect/>
          </a:stretch>
        </p:blipFill>
        <p:spPr>
          <a:xfrm>
            <a:off x="6095637" y="6662168"/>
            <a:ext cx="6080688" cy="386327"/>
          </a:xfrm>
          <a:prstGeom prst="rect">
            <a:avLst/>
          </a:prstGeom>
          <a:ln w="12700">
            <a:miter lim="400000"/>
          </a:ln>
          <a:effectLst/>
        </p:spPr>
      </p:pic>
      <p:sp>
        <p:nvSpPr>
          <p:cNvPr id="11" name="Lorena Flores…">
            <a:extLst>
              <a:ext uri="{FF2B5EF4-FFF2-40B4-BE49-F238E27FC236}">
                <a16:creationId xmlns:a16="http://schemas.microsoft.com/office/drawing/2014/main" id="{189EF4FB-DA5C-42F8-8337-FCD90A7857C2}"/>
              </a:ext>
            </a:extLst>
          </p:cNvPr>
          <p:cNvSpPr txBox="1"/>
          <p:nvPr/>
        </p:nvSpPr>
        <p:spPr>
          <a:xfrm>
            <a:off x="1140679" y="342688"/>
            <a:ext cx="8833315" cy="574516"/>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25400" tIns="25400" rIns="25400" bIns="25400" numCol="1" anchor="t">
            <a:spAutoFit/>
          </a:bodyPr>
          <a:lstStyle/>
          <a:p>
            <a:pPr defTabSz="412750" hangingPunct="0">
              <a:lnSpc>
                <a:spcPct val="80000"/>
              </a:lnSpc>
              <a:defRPr sz="4000">
                <a:solidFill>
                  <a:srgbClr val="E4CDB1"/>
                </a:solidFill>
                <a:latin typeface="Rajdhani Bold"/>
                <a:ea typeface="Rajdhani Bold"/>
                <a:cs typeface="Rajdhani Bold"/>
                <a:sym typeface="Rajdhani Bold"/>
              </a:defRPr>
            </a:pPr>
            <a:r>
              <a:rPr lang="es-MX" sz="4000" kern="0">
                <a:solidFill>
                  <a:srgbClr val="E4CDB1"/>
                </a:solidFill>
                <a:latin typeface="Rajdhani Bold"/>
                <a:cs typeface="Rajdhani Bold"/>
                <a:sym typeface="Rajdhani Bold"/>
              </a:rPr>
              <a:t> Lecciones Aprendidas</a:t>
            </a:r>
            <a:endParaRPr sz="4000" kern="0">
              <a:solidFill>
                <a:srgbClr val="E4CDB1"/>
              </a:solidFill>
              <a:latin typeface="Rajdhani Bold"/>
              <a:cs typeface="Rajdhani Bold"/>
              <a:sym typeface="Rajdhani Bold"/>
            </a:endParaRPr>
          </a:p>
        </p:txBody>
      </p:sp>
      <p:pic>
        <p:nvPicPr>
          <p:cNvPr id="51" name="Image" descr="Image"/>
          <p:cNvPicPr>
            <a:picLocks noChangeAspect="1"/>
          </p:cNvPicPr>
          <p:nvPr/>
        </p:nvPicPr>
        <p:blipFill>
          <a:blip r:embed="rId4"/>
          <a:stretch>
            <a:fillRect/>
          </a:stretch>
        </p:blipFill>
        <p:spPr>
          <a:xfrm>
            <a:off x="303502" y="6242886"/>
            <a:ext cx="173553" cy="400966"/>
          </a:xfrm>
          <a:prstGeom prst="rect">
            <a:avLst/>
          </a:prstGeom>
          <a:ln w="12700">
            <a:miter lim="400000"/>
          </a:ln>
        </p:spPr>
      </p:pic>
      <p:pic>
        <p:nvPicPr>
          <p:cNvPr id="17" name="Image" descr="Image">
            <a:extLst>
              <a:ext uri="{FF2B5EF4-FFF2-40B4-BE49-F238E27FC236}">
                <a16:creationId xmlns:a16="http://schemas.microsoft.com/office/drawing/2014/main" id="{CDD536C2-578E-45DB-A41B-836829F690C0}"/>
              </a:ext>
            </a:extLst>
          </p:cNvPr>
          <p:cNvPicPr>
            <a:picLocks noChangeAspect="1"/>
          </p:cNvPicPr>
          <p:nvPr/>
        </p:nvPicPr>
        <p:blipFill>
          <a:blip r:embed="rId5">
            <a:lum bright="70000" contrast="-70000"/>
          </a:blip>
          <a:stretch>
            <a:fillRect/>
          </a:stretch>
        </p:blipFill>
        <p:spPr>
          <a:xfrm>
            <a:off x="477054" y="423096"/>
            <a:ext cx="591469" cy="348435"/>
          </a:xfrm>
          <a:prstGeom prst="rect">
            <a:avLst/>
          </a:prstGeom>
          <a:ln w="12700">
            <a:miter lim="400000"/>
          </a:ln>
        </p:spPr>
      </p:pic>
      <p:sp>
        <p:nvSpPr>
          <p:cNvPr id="3" name="CuadroTexto 2">
            <a:extLst>
              <a:ext uri="{FF2B5EF4-FFF2-40B4-BE49-F238E27FC236}">
                <a16:creationId xmlns:a16="http://schemas.microsoft.com/office/drawing/2014/main" id="{42C25DB8-A82A-75A7-5BF0-0539828ED3CC}"/>
              </a:ext>
            </a:extLst>
          </p:cNvPr>
          <p:cNvSpPr txBox="1"/>
          <p:nvPr/>
        </p:nvSpPr>
        <p:spPr>
          <a:xfrm>
            <a:off x="2806337" y="1924672"/>
            <a:ext cx="6866466" cy="3416320"/>
          </a:xfrm>
          <a:prstGeom prst="rect">
            <a:avLst/>
          </a:prstGeom>
          <a:noFill/>
          <a:ln w="12700" cap="flat">
            <a:noFill/>
            <a:miter lim="400000"/>
          </a:ln>
          <a:effectLst>
            <a:glow rad="165100">
              <a:schemeClr val="accent6">
                <a:satMod val="175000"/>
                <a:alpha val="40000"/>
              </a:schemeClr>
            </a:glow>
            <a:softEdge rad="12700"/>
          </a:effectLst>
          <a:scene3d>
            <a:camera prst="orthographicFront"/>
            <a:lightRig rig="glow" dir="t"/>
          </a:scene3d>
          <a:sp3d prstMaterial="dkEdge">
            <a:bevelT w="88900" h="88900"/>
            <a:bevelB w="82550" h="82550" prst="relaxedInset"/>
          </a:sp3d>
        </p:spPr>
        <p:style>
          <a:lnRef idx="0">
            <a:scrgbClr r="0" g="0" b="0"/>
          </a:lnRef>
          <a:fillRef idx="0">
            <a:scrgbClr r="0" g="0" b="0"/>
          </a:fillRef>
          <a:effectRef idx="0">
            <a:scrgbClr r="0" g="0" b="0"/>
          </a:effectRef>
          <a:fontRef idx="none"/>
        </p:style>
        <p:txBody>
          <a:bodyPr wrap="square">
            <a:spAutoFit/>
          </a:bodyPr>
          <a:lstStyle/>
          <a:p>
            <a:pPr marL="285750" indent="-285750" algn="ctr">
              <a:buClr>
                <a:srgbClr val="C00000"/>
              </a:buClr>
              <a:buFont typeface="Wingdings" panose="05000000000000000000" pitchFamily="2" charset="2"/>
              <a:buChar char="q"/>
            </a:pPr>
            <a:r>
              <a:rPr lang="es-ES">
                <a:solidFill>
                  <a:schemeClr val="bg1"/>
                </a:solidFill>
                <a:latin typeface="Open Sans" panose="020B0604020202020204" pitchFamily="34" charset="0"/>
              </a:rPr>
              <a:t>Garantizar la </a:t>
            </a:r>
            <a:r>
              <a:rPr lang="es-ES">
                <a:solidFill>
                  <a:schemeClr val="bg1"/>
                </a:solidFill>
                <a:latin typeface="Rajdhani Light" panose="020B0604020202020204" charset="0"/>
                <a:cs typeface="Rajdhani Light" panose="020B0604020202020204" charset="0"/>
              </a:rPr>
              <a:t>continuidad</a:t>
            </a:r>
            <a:r>
              <a:rPr lang="es-ES">
                <a:solidFill>
                  <a:schemeClr val="bg1"/>
                </a:solidFill>
                <a:latin typeface="Open Sans" panose="020B0604020202020204" pitchFamily="34" charset="0"/>
              </a:rPr>
              <a:t> de la operación durante una contingencia.</a:t>
            </a:r>
          </a:p>
          <a:p>
            <a:pPr marL="285750" indent="-285750" algn="ctr">
              <a:buClr>
                <a:srgbClr val="C00000"/>
              </a:buClr>
              <a:buFont typeface="Wingdings" panose="05000000000000000000" pitchFamily="2" charset="2"/>
              <a:buChar char="q"/>
            </a:pPr>
            <a:endParaRPr lang="es-ES">
              <a:solidFill>
                <a:schemeClr val="bg1"/>
              </a:solidFill>
              <a:latin typeface="Open Sans" panose="020B0604020202020204" pitchFamily="34" charset="0"/>
            </a:endParaRPr>
          </a:p>
          <a:p>
            <a:pPr marL="285750" indent="-285750" algn="ctr">
              <a:buClr>
                <a:srgbClr val="C00000"/>
              </a:buClr>
              <a:buFont typeface="Wingdings" panose="05000000000000000000" pitchFamily="2" charset="2"/>
              <a:buChar char="q"/>
            </a:pPr>
            <a:r>
              <a:rPr lang="es-ES" b="0">
                <a:solidFill>
                  <a:schemeClr val="bg1"/>
                </a:solidFill>
                <a:effectLst/>
                <a:latin typeface="Open Sans" panose="020B0604020202020204" pitchFamily="34" charset="0"/>
              </a:rPr>
              <a:t>Minimizar la toma de decisiones erróneas al presentarse algún desastre.</a:t>
            </a:r>
          </a:p>
          <a:p>
            <a:pPr marL="285750" indent="-285750" algn="ctr">
              <a:buClr>
                <a:srgbClr val="C00000"/>
              </a:buClr>
              <a:buFont typeface="Wingdings" panose="05000000000000000000" pitchFamily="2" charset="2"/>
              <a:buChar char="q"/>
            </a:pPr>
            <a:endParaRPr lang="es-ES" b="0">
              <a:solidFill>
                <a:schemeClr val="bg1"/>
              </a:solidFill>
              <a:effectLst/>
              <a:latin typeface="Open Sans" panose="020B0604020202020204" pitchFamily="34" charset="0"/>
            </a:endParaRPr>
          </a:p>
          <a:p>
            <a:pPr marL="285750" indent="-285750" algn="ctr">
              <a:buClr>
                <a:srgbClr val="C00000"/>
              </a:buClr>
              <a:buFont typeface="Wingdings" panose="05000000000000000000" pitchFamily="2" charset="2"/>
              <a:buChar char="q"/>
            </a:pPr>
            <a:r>
              <a:rPr lang="es-ES" b="0">
                <a:solidFill>
                  <a:schemeClr val="bg1"/>
                </a:solidFill>
                <a:effectLst/>
                <a:latin typeface="Open Sans" panose="020B0604020202020204" pitchFamily="34" charset="0"/>
              </a:rPr>
              <a:t>Minimizar los tiempos muertos durante los incidentes y mejorar el tiempo de recuperación.</a:t>
            </a:r>
          </a:p>
          <a:p>
            <a:pPr marL="285750" indent="-285750" algn="ctr">
              <a:buClr>
                <a:srgbClr val="C00000"/>
              </a:buClr>
              <a:buFont typeface="Wingdings" panose="05000000000000000000" pitchFamily="2" charset="2"/>
              <a:buChar char="q"/>
            </a:pPr>
            <a:endParaRPr lang="es-ES" b="0">
              <a:solidFill>
                <a:schemeClr val="bg1"/>
              </a:solidFill>
              <a:effectLst/>
              <a:latin typeface="Open Sans" panose="020B0604020202020204" pitchFamily="34" charset="0"/>
            </a:endParaRPr>
          </a:p>
          <a:p>
            <a:pPr marL="285750" indent="-285750" algn="ctr">
              <a:buClr>
                <a:srgbClr val="C00000"/>
              </a:buClr>
              <a:buFont typeface="Wingdings" panose="05000000000000000000" pitchFamily="2" charset="2"/>
              <a:buChar char="q"/>
            </a:pPr>
            <a:r>
              <a:rPr lang="es-ES" b="0">
                <a:solidFill>
                  <a:schemeClr val="bg1"/>
                </a:solidFill>
                <a:effectLst/>
                <a:latin typeface="Open Sans" panose="020B0604020202020204" pitchFamily="34" charset="0"/>
              </a:rPr>
              <a:t>Proteger al negocio de fallas generales en los servicios informáticos.</a:t>
            </a:r>
          </a:p>
          <a:p>
            <a:pPr algn="l">
              <a:buClr>
                <a:srgbClr val="C00000"/>
              </a:buClr>
            </a:pPr>
            <a:endParaRPr lang="es-ES" b="0">
              <a:solidFill>
                <a:schemeClr val="bg1"/>
              </a:solidFill>
              <a:effectLst/>
              <a:latin typeface="Open Sans" panose="020B0604020202020204" pitchFamily="34" charset="0"/>
            </a:endParaRPr>
          </a:p>
        </p:txBody>
      </p:sp>
    </p:spTree>
    <p:extLst>
      <p:ext uri="{BB962C8B-B14F-4D97-AF65-F5344CB8AC3E}">
        <p14:creationId xmlns:p14="http://schemas.microsoft.com/office/powerpoint/2010/main" val="1539565693"/>
      </p:ext>
    </p:extLst>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4DCD0"/>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60B635DB-EAC3-4A43-B00D-407456374F87}"/>
              </a:ext>
            </a:extLst>
          </p:cNvPr>
          <p:cNvSpPr/>
          <p:nvPr/>
        </p:nvSpPr>
        <p:spPr>
          <a:xfrm>
            <a:off x="0" y="3280242"/>
            <a:ext cx="12176324" cy="297517"/>
          </a:xfrm>
          <a:prstGeom prst="rect">
            <a:avLst/>
          </a:prstGeom>
          <a:solidFill>
            <a:srgbClr val="F8EDDA"/>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412750" hangingPunct="0"/>
            <a:endParaRPr lang="es-MX" sz="1600" kern="0">
              <a:solidFill>
                <a:srgbClr val="FFFFFF"/>
              </a:solidFill>
              <a:latin typeface="Helvetica Neue Medium"/>
              <a:ea typeface="Helvetica Neue Medium"/>
              <a:cs typeface="Helvetica Neue Medium"/>
              <a:sym typeface="Helvetica Neue Medium"/>
            </a:endParaRPr>
          </a:p>
        </p:txBody>
      </p:sp>
      <p:sp>
        <p:nvSpPr>
          <p:cNvPr id="341" name="Slide Number"/>
          <p:cNvSpPr txBox="1">
            <a:spLocks noGrp="1"/>
          </p:cNvSpPr>
          <p:nvPr>
            <p:ph type="sldNum" sz="quarter" idx="4294967295"/>
          </p:nvPr>
        </p:nvSpPr>
        <p:spPr>
          <a:xfrm>
            <a:off x="11201400" y="6362625"/>
            <a:ext cx="695461" cy="400964"/>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a:lstStyle>
            <a:lvl1pPr defTabSz="412750">
              <a:defRPr sz="1000">
                <a:solidFill>
                  <a:srgbClr val="79776B"/>
                </a:solidFill>
                <a:latin typeface="Rajdhani Bold"/>
                <a:ea typeface="Rajdhani Bold"/>
                <a:cs typeface="Rajdhani Bold"/>
                <a:sym typeface="Rajdhani Bold"/>
              </a:defRPr>
            </a:lvl1pPr>
          </a:lstStyle>
          <a:p>
            <a:pPr algn="ctr" hangingPunct="0"/>
            <a:fld id="{86CB4B4D-7CA3-9044-876B-883B54F8677D}" type="slidenum">
              <a:rPr kern="0"/>
              <a:pPr algn="ctr" hangingPunct="0"/>
              <a:t>9</a:t>
            </a:fld>
            <a:endParaRPr kern="0"/>
          </a:p>
        </p:txBody>
      </p:sp>
      <p:pic>
        <p:nvPicPr>
          <p:cNvPr id="342" name="Image" descr="Image"/>
          <p:cNvPicPr>
            <a:picLocks noChangeAspect="1"/>
          </p:cNvPicPr>
          <p:nvPr/>
        </p:nvPicPr>
        <p:blipFill>
          <a:blip r:embed="rId2">
            <a:alphaModFix amt="50000"/>
          </a:blip>
          <a:srcRect l="39668" t="61347" r="9540" b="2767"/>
          <a:stretch>
            <a:fillRect/>
          </a:stretch>
        </p:blipFill>
        <p:spPr>
          <a:xfrm>
            <a:off x="6095637" y="6662168"/>
            <a:ext cx="6080688" cy="386327"/>
          </a:xfrm>
          <a:prstGeom prst="rect">
            <a:avLst/>
          </a:prstGeom>
          <a:ln w="12700">
            <a:miter lim="400000"/>
          </a:ln>
        </p:spPr>
      </p:pic>
      <p:pic>
        <p:nvPicPr>
          <p:cNvPr id="345" name="Image" descr="Image"/>
          <p:cNvPicPr>
            <a:picLocks noChangeAspect="1"/>
          </p:cNvPicPr>
          <p:nvPr/>
        </p:nvPicPr>
        <p:blipFill>
          <a:blip r:embed="rId3"/>
          <a:stretch>
            <a:fillRect/>
          </a:stretch>
        </p:blipFill>
        <p:spPr>
          <a:xfrm>
            <a:off x="303502" y="6242886"/>
            <a:ext cx="173551" cy="400964"/>
          </a:xfrm>
          <a:prstGeom prst="rect">
            <a:avLst/>
          </a:prstGeom>
          <a:ln w="12700">
            <a:miter lim="400000"/>
          </a:ln>
        </p:spPr>
      </p:pic>
      <p:sp>
        <p:nvSpPr>
          <p:cNvPr id="4" name="Rectángulo 3">
            <a:extLst>
              <a:ext uri="{FF2B5EF4-FFF2-40B4-BE49-F238E27FC236}">
                <a16:creationId xmlns:a16="http://schemas.microsoft.com/office/drawing/2014/main" id="{DE877DE7-7732-4A25-8305-27987DCB48FF}"/>
              </a:ext>
            </a:extLst>
          </p:cNvPr>
          <p:cNvSpPr/>
          <p:nvPr/>
        </p:nvSpPr>
        <p:spPr>
          <a:xfrm>
            <a:off x="734786" y="3198597"/>
            <a:ext cx="11457215" cy="297517"/>
          </a:xfrm>
          <a:prstGeom prst="rect">
            <a:avLst/>
          </a:prstGeom>
          <a:solidFill>
            <a:srgbClr val="9D968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412750" hangingPunct="0"/>
            <a:endParaRPr lang="es-MX" sz="1600" kern="0">
              <a:solidFill>
                <a:srgbClr val="FFFFFF"/>
              </a:solidFill>
              <a:latin typeface="Helvetica Neue Medium"/>
              <a:ea typeface="Helvetica Neue Medium"/>
              <a:cs typeface="Helvetica Neue Medium"/>
              <a:sym typeface="Helvetica Neue Medium"/>
            </a:endParaRPr>
          </a:p>
        </p:txBody>
      </p:sp>
      <p:sp>
        <p:nvSpPr>
          <p:cNvPr id="346" name="Rectangle 28"/>
          <p:cNvSpPr txBox="1"/>
          <p:nvPr/>
        </p:nvSpPr>
        <p:spPr>
          <a:xfrm>
            <a:off x="1090670" y="2191230"/>
            <a:ext cx="9321020" cy="281615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22859" tIns="22859" rIns="22859" bIns="22859">
            <a:spAutoFit/>
          </a:bodyPr>
          <a:lstStyle>
            <a:lvl1pPr algn="l" defTabSz="825500">
              <a:lnSpc>
                <a:spcPct val="60000"/>
              </a:lnSpc>
              <a:defRPr sz="20000" cap="all">
                <a:solidFill>
                  <a:srgbClr val="4C4A46"/>
                </a:solidFill>
                <a:latin typeface="Rajdhani Bold"/>
                <a:ea typeface="Rajdhani Bold"/>
                <a:cs typeface="Rajdhani Bold"/>
                <a:sym typeface="Rajdhani Bold"/>
              </a:defRPr>
            </a:lvl1pPr>
          </a:lstStyle>
          <a:p>
            <a:pPr defTabSz="412750" hangingPunct="0"/>
            <a:r>
              <a:rPr lang="es-MX" sz="10000" kern="0"/>
              <a:t>PREGUNTAS </a:t>
            </a:r>
          </a:p>
          <a:p>
            <a:pPr defTabSz="412750" hangingPunct="0"/>
            <a:r>
              <a:rPr lang="es-MX" sz="10000" kern="0"/>
              <a:t>&amp;</a:t>
            </a:r>
          </a:p>
          <a:p>
            <a:pPr defTabSz="412750" hangingPunct="0"/>
            <a:r>
              <a:rPr lang="es-MX" sz="10000" kern="0"/>
              <a:t>RESPUESTAS</a:t>
            </a:r>
            <a:endParaRPr sz="10000" kern="0"/>
          </a:p>
        </p:txBody>
      </p:sp>
      <p:pic>
        <p:nvPicPr>
          <p:cNvPr id="4098" name="Picture 2" descr="white markee light">
            <a:extLst>
              <a:ext uri="{FF2B5EF4-FFF2-40B4-BE49-F238E27FC236}">
                <a16:creationId xmlns:a16="http://schemas.microsoft.com/office/drawing/2014/main" id="{D3D9A019-2B8A-4321-9226-054592612FE6}"/>
              </a:ext>
            </a:extLst>
          </p:cNvPr>
          <p:cNvPicPr>
            <a:picLocks noChangeAspect="1" noChangeArrowheads="1"/>
          </p:cNvPicPr>
          <p:nvPr/>
        </p:nvPicPr>
        <p:blipFill>
          <a:blip r:embed="rId4" cstate="hqprint">
            <a:grayscl/>
            <a:extLst>
              <a:ext uri="{28A0092B-C50C-407E-A947-70E740481C1C}">
                <a14:useLocalDpi xmlns:a14="http://schemas.microsoft.com/office/drawing/2010/main" val="0"/>
              </a:ext>
            </a:extLst>
          </a:blip>
          <a:srcRect/>
          <a:stretch>
            <a:fillRect/>
          </a:stretch>
        </p:blipFill>
        <p:spPr bwMode="auto">
          <a:xfrm>
            <a:off x="9818420" y="2323434"/>
            <a:ext cx="2141788" cy="19136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2814855"/>
      </p:ext>
    </p:extLst>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73535"/>
        </a:solidFill>
        <a:effectLst/>
      </p:bgPr>
    </p:bg>
    <p:spTree>
      <p:nvGrpSpPr>
        <p:cNvPr id="1" name=""/>
        <p:cNvGrpSpPr/>
        <p:nvPr/>
      </p:nvGrpSpPr>
      <p:grpSpPr>
        <a:xfrm>
          <a:off x="0" y="0"/>
          <a:ext cx="0" cy="0"/>
          <a:chOff x="0" y="0"/>
          <a:chExt cx="0" cy="0"/>
        </a:xfrm>
      </p:grpSpPr>
      <p:sp>
        <p:nvSpPr>
          <p:cNvPr id="816" name="TextBox 23"/>
          <p:cNvSpPr txBox="1"/>
          <p:nvPr/>
        </p:nvSpPr>
        <p:spPr>
          <a:xfrm>
            <a:off x="7631224" y="4869210"/>
            <a:ext cx="1335302" cy="5129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defTabSz="825500">
              <a:defRPr sz="6000">
                <a:solidFill>
                  <a:srgbClr val="E4CDB1"/>
                </a:solidFill>
                <a:latin typeface="Rajdhani Light"/>
                <a:ea typeface="Rajdhani Light"/>
                <a:cs typeface="Rajdhani Light"/>
                <a:sym typeface="Rajdhani Light"/>
              </a:defRPr>
            </a:lvl1pPr>
          </a:lstStyle>
          <a:p>
            <a:pPr marL="0" marR="0" lvl="0" indent="0" algn="ctr" defTabSz="412750" rtl="0" eaLnBrk="1" fontAlgn="auto" latinLnBrk="0" hangingPunct="0">
              <a:lnSpc>
                <a:spcPct val="100000"/>
              </a:lnSpc>
              <a:spcBef>
                <a:spcPts val="0"/>
              </a:spcBef>
              <a:spcAft>
                <a:spcPts val="0"/>
              </a:spcAft>
              <a:buClrTx/>
              <a:buSzTx/>
              <a:buFontTx/>
              <a:buNone/>
              <a:tabLst/>
              <a:defRPr/>
            </a:pPr>
            <a:r>
              <a:rPr kumimoji="0" lang="es-MX" sz="3000" b="0" i="0" u="none" strike="noStrike" kern="0" cap="none" spc="0" normalizeH="0" baseline="0" noProof="0">
                <a:ln>
                  <a:noFill/>
                </a:ln>
                <a:solidFill>
                  <a:srgbClr val="E4CDB1"/>
                </a:solidFill>
                <a:effectLst/>
                <a:uLnTx/>
                <a:uFillTx/>
                <a:latin typeface="Rajdhani Light"/>
                <a:cs typeface="Rajdhani Light"/>
                <a:sym typeface="Rajdhani Light"/>
              </a:rPr>
              <a:t>¡Gracias!</a:t>
            </a:r>
            <a:endParaRPr kumimoji="0" sz="3000" b="0" i="0" u="none" strike="noStrike" kern="0" cap="none" spc="0" normalizeH="0" baseline="0" noProof="0">
              <a:ln>
                <a:noFill/>
              </a:ln>
              <a:solidFill>
                <a:srgbClr val="E4CDB1"/>
              </a:solidFill>
              <a:effectLst/>
              <a:uLnTx/>
              <a:uFillTx/>
              <a:latin typeface="Rajdhani Light"/>
              <a:cs typeface="Rajdhani Light"/>
              <a:sym typeface="Rajdhani Light"/>
            </a:endParaRPr>
          </a:p>
        </p:txBody>
      </p:sp>
      <p:pic>
        <p:nvPicPr>
          <p:cNvPr id="817" name="Image" descr="Image"/>
          <p:cNvPicPr>
            <a:picLocks noChangeAspect="1"/>
          </p:cNvPicPr>
          <p:nvPr/>
        </p:nvPicPr>
        <p:blipFill>
          <a:blip r:embed="rId2"/>
          <a:stretch>
            <a:fillRect/>
          </a:stretch>
        </p:blipFill>
        <p:spPr>
          <a:xfrm>
            <a:off x="9602058" y="4392531"/>
            <a:ext cx="1135216" cy="1162011"/>
          </a:xfrm>
          <a:prstGeom prst="rect">
            <a:avLst/>
          </a:prstGeom>
          <a:ln w="12700">
            <a:miter lim="400000"/>
          </a:ln>
        </p:spPr>
      </p:pic>
      <p:pic>
        <p:nvPicPr>
          <p:cNvPr id="1028" name="Picture 4">
            <a:extLst>
              <a:ext uri="{FF2B5EF4-FFF2-40B4-BE49-F238E27FC236}">
                <a16:creationId xmlns:a16="http://schemas.microsoft.com/office/drawing/2014/main" id="{99F53126-86BC-0577-A667-98137C01E1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2684" y="1957945"/>
            <a:ext cx="1916224" cy="19162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2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A529A51BA609764880BB0FC0708A5BFF" ma:contentTypeVersion="11" ma:contentTypeDescription="Crear nuevo documento." ma:contentTypeScope="" ma:versionID="e9b8634b71b187c880a5c9ab738b25c2">
  <xsd:schema xmlns:xsd="http://www.w3.org/2001/XMLSchema" xmlns:xs="http://www.w3.org/2001/XMLSchema" xmlns:p="http://schemas.microsoft.com/office/2006/metadata/properties" xmlns:ns2="75e38577-c75d-405b-8341-6ee002fd10f3" xmlns:ns3="2236d9cd-653c-46e7-b11b-38e0318339ba" targetNamespace="http://schemas.microsoft.com/office/2006/metadata/properties" ma:root="true" ma:fieldsID="4b89395a6150af20748e4a6843b5ab87" ns2:_="" ns3:_="">
    <xsd:import namespace="75e38577-c75d-405b-8341-6ee002fd10f3"/>
    <xsd:import namespace="2236d9cd-653c-46e7-b11b-38e0318339b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e38577-c75d-405b-8341-6ee002fd10f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Etiquetas de imagen" ma:readOnly="false" ma:fieldId="{5cf76f15-5ced-4ddc-b409-7134ff3c332f}" ma:taxonomyMulti="true" ma:sspId="2b61bc0c-9156-412f-b605-57ff87b11ec1"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236d9cd-653c-46e7-b11b-38e0318339ba"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832e8ca2-ee16-4fec-9553-7f7f3c70e82c}" ma:internalName="TaxCatchAll" ma:showField="CatchAllData" ma:web="2236d9cd-653c-46e7-b11b-38e0318339b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5e38577-c75d-405b-8341-6ee002fd10f3">
      <Terms xmlns="http://schemas.microsoft.com/office/infopath/2007/PartnerControls"/>
    </lcf76f155ced4ddcb4097134ff3c332f>
    <TaxCatchAll xmlns="2236d9cd-653c-46e7-b11b-38e0318339ba" xsi:nil="true"/>
  </documentManagement>
</p:properties>
</file>

<file path=customXml/itemProps1.xml><?xml version="1.0" encoding="utf-8"?>
<ds:datastoreItem xmlns:ds="http://schemas.openxmlformats.org/officeDocument/2006/customXml" ds:itemID="{4226316F-D25C-467C-9926-7FFDEC92475C}">
  <ds:schemaRefs>
    <ds:schemaRef ds:uri="2236d9cd-653c-46e7-b11b-38e0318339ba"/>
    <ds:schemaRef ds:uri="75e38577-c75d-405b-8341-6ee002fd10f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475538E-20E4-499C-BD0F-F40337B28DCF}">
  <ds:schemaRefs>
    <ds:schemaRef ds:uri="http://schemas.microsoft.com/sharepoint/v3/contenttype/forms"/>
  </ds:schemaRefs>
</ds:datastoreItem>
</file>

<file path=customXml/itemProps3.xml><?xml version="1.0" encoding="utf-8"?>
<ds:datastoreItem xmlns:ds="http://schemas.openxmlformats.org/officeDocument/2006/customXml" ds:itemID="{1A1BCB6A-144D-4B52-8930-AE1BB7FE259F}">
  <ds:schemaRefs>
    <ds:schemaRef ds:uri="2236d9cd-653c-46e7-b11b-38e0318339ba"/>
    <ds:schemaRef ds:uri="352869f7-f3d1-4010-b19e-f1aace3152f2"/>
    <ds:schemaRef ds:uri="75e38577-c75d-405b-8341-6ee002fd10f3"/>
    <ds:schemaRef ds:uri="c64ea3f6-1644-45f6-a1fc-897bad0c803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8</Notes>
  <HiddenSlides>0</HiddenSlides>
  <ScaleCrop>false</ScaleCrop>
  <HeadingPairs>
    <vt:vector size="4" baseType="variant">
      <vt:variant>
        <vt:lpstr>Theme</vt:lpstr>
      </vt:variant>
      <vt:variant>
        <vt:i4>2</vt:i4>
      </vt:variant>
      <vt:variant>
        <vt:lpstr>Slide Titles</vt:lpstr>
      </vt:variant>
      <vt:variant>
        <vt:i4>10</vt:i4>
      </vt:variant>
    </vt:vector>
  </HeadingPairs>
  <TitlesOfParts>
    <vt:vector size="12" baseType="lpstr">
      <vt:lpstr>Office Theme</vt:lpstr>
      <vt:lpstr>22_BasicWhite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Tania Ostoa Jaime</dc:creator>
  <cp:revision>1</cp:revision>
  <dcterms:created xsi:type="dcterms:W3CDTF">2020-04-21T15:04:43Z</dcterms:created>
  <dcterms:modified xsi:type="dcterms:W3CDTF">2025-12-17T23:32:19Z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0x010100A529A51BA609764880BB0FC0708A5BFF</vt:lpwstr>
  </property>
  <property fmtid="{D5CDD505-2E9C-101B-9397-08002B2CF9AE}" pid="3" name="MSIP_Label_ea60d57e-af5b-4752-ac57-3e4f28ca11dc_Enabled">
    <vt:lpwstr>true</vt:lpwstr>
  </property>
  <property fmtid="{D5CDD505-2E9C-101B-9397-08002B2CF9AE}" pid="4" name="MSIP_Label_ea60d57e-af5b-4752-ac57-3e4f28ca11dc_SetDate">
    <vt:lpwstr>2022-04-11T22:27:36Z</vt:lpwstr>
  </property>
  <property fmtid="{D5CDD505-2E9C-101B-9397-08002B2CF9AE}" pid="5" name="MSIP_Label_ea60d57e-af5b-4752-ac57-3e4f28ca11dc_Method">
    <vt:lpwstr>Standard</vt:lpwstr>
  </property>
  <property fmtid="{D5CDD505-2E9C-101B-9397-08002B2CF9AE}" pid="6" name="MSIP_Label_ea60d57e-af5b-4752-ac57-3e4f28ca11dc_Name">
    <vt:lpwstr>ea60d57e-af5b-4752-ac57-3e4f28ca11dc</vt:lpwstr>
  </property>
  <property fmtid="{D5CDD505-2E9C-101B-9397-08002B2CF9AE}" pid="7" name="MSIP_Label_ea60d57e-af5b-4752-ac57-3e4f28ca11dc_SiteId">
    <vt:lpwstr>36da45f1-dd2c-4d1f-af13-5abe46b99921</vt:lpwstr>
  </property>
  <property fmtid="{D5CDD505-2E9C-101B-9397-08002B2CF9AE}" pid="8" name="MSIP_Label_ea60d57e-af5b-4752-ac57-3e4f28ca11dc_ActionId">
    <vt:lpwstr>96e28858-7ec0-4527-b42c-8aa63c199e2a</vt:lpwstr>
  </property>
  <property fmtid="{D5CDD505-2E9C-101B-9397-08002B2CF9AE}" pid="9" name="MSIP_Label_ea60d57e-af5b-4752-ac57-3e4f28ca11dc_ContentBits">
    <vt:lpwstr>0</vt:lpwstr>
  </property>
  <property fmtid="{D5CDD505-2E9C-101B-9397-08002B2CF9AE}" pid="10" name="MediaServiceImageTags">
    <vt:lpwstr/>
  </property>
</Properties>
</file>