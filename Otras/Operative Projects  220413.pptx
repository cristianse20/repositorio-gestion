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15.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309" r:id="rId2"/>
    <p:sldId id="310"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2" r:id="rId24"/>
    <p:sldId id="331"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33CC33"/>
    <a:srgbClr val="000000"/>
    <a:srgbClr val="008000"/>
    <a:srgbClr val="EBFFEB"/>
    <a:srgbClr val="CCFFCC"/>
    <a:srgbClr val="CCFF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0675" autoAdjust="0"/>
    <p:restoredTop sz="75960" autoAdjust="0"/>
  </p:normalViewPr>
  <p:slideViewPr>
    <p:cSldViewPr>
      <p:cViewPr varScale="1">
        <p:scale>
          <a:sx n="71" d="100"/>
          <a:sy n="71" d="100"/>
        </p:scale>
        <p:origin x="1734"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E97C08-1803-46B7-98ED-518D9AA64F2D}" type="datetimeFigureOut">
              <a:rPr lang="en-US" smtClean="0"/>
              <a:pPr/>
              <a:t>5/23/2025</a:t>
            </a:fld>
            <a:endParaRPr lang="en-U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987337A-1353-4A19-8502-6B89AF0FF22B}" type="slidenum">
              <a:rPr lang="en-US" smtClean="0"/>
              <a:pPr/>
              <a:t>‹Nº›</a:t>
            </a:fld>
            <a:endParaRPr lang="en-US"/>
          </a:p>
        </p:txBody>
      </p:sp>
    </p:spTree>
    <p:extLst>
      <p:ext uri="{BB962C8B-B14F-4D97-AF65-F5344CB8AC3E}">
        <p14:creationId xmlns:p14="http://schemas.microsoft.com/office/powerpoint/2010/main" val="2461082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iapositiva de título">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5" name="Picture 8" descr="Nextel_logo_circle_r_white_large.png"/>
          <p:cNvPicPr>
            <a:picLocks noChangeAspect="1"/>
          </p:cNvPicPr>
          <p:nvPr/>
        </p:nvPicPr>
        <p:blipFill>
          <a:blip r:embed="rId3" cstate="print"/>
          <a:srcRect/>
          <a:stretch>
            <a:fillRect/>
          </a:stretch>
        </p:blipFill>
        <p:spPr bwMode="auto">
          <a:xfrm>
            <a:off x="61913" y="168275"/>
            <a:ext cx="3584575" cy="1238250"/>
          </a:xfrm>
          <a:prstGeom prst="rect">
            <a:avLst/>
          </a:prstGeom>
          <a:noFill/>
          <a:ln w="9525">
            <a:noFill/>
            <a:miter lim="800000"/>
            <a:headEnd/>
            <a:tailEnd/>
          </a:ln>
        </p:spPr>
      </p:pic>
      <p:sp>
        <p:nvSpPr>
          <p:cNvPr id="3" name="Title 1"/>
          <p:cNvSpPr>
            <a:spLocks noGrp="1"/>
          </p:cNvSpPr>
          <p:nvPr>
            <p:ph type="ctrTitle" hasCustomPrompt="1"/>
          </p:nvPr>
        </p:nvSpPr>
        <p:spPr>
          <a:xfrm>
            <a:off x="309489" y="1365825"/>
            <a:ext cx="8503920" cy="2724912"/>
          </a:xfrm>
        </p:spPr>
        <p:txBody>
          <a:bodyPr/>
          <a:lstStyle>
            <a:lvl1pPr algn="l" defTabSz="457200" rtl="0" eaLnBrk="0" fontAlgn="base" hangingPunct="0">
              <a:lnSpc>
                <a:spcPct val="90000"/>
              </a:lnSpc>
              <a:spcBef>
                <a:spcPct val="0"/>
              </a:spcBef>
              <a:spcAft>
                <a:spcPct val="0"/>
              </a:spcAft>
              <a:defRPr lang="en-US" sz="8500" b="0" kern="1200" baseline="0" dirty="0" smtClean="0">
                <a:solidFill>
                  <a:schemeClr val="bg1"/>
                </a:solidFill>
                <a:latin typeface="NII Sans Light"/>
                <a:ea typeface="ＭＳ Ｐゴシック" pitchFamily="-112" charset="-128"/>
                <a:cs typeface="NII Sans Light"/>
              </a:defRPr>
            </a:lvl1pPr>
          </a:lstStyle>
          <a:p>
            <a:r>
              <a:rPr lang="es-ES" dirty="0"/>
              <a:t>Haz clic para modificar el estilo de título maestro</a:t>
            </a:r>
            <a:endParaRPr lang="en-US" dirty="0"/>
          </a:p>
        </p:txBody>
      </p:sp>
      <p:sp>
        <p:nvSpPr>
          <p:cNvPr id="4" name="Subtitle 2"/>
          <p:cNvSpPr>
            <a:spLocks noGrp="1"/>
          </p:cNvSpPr>
          <p:nvPr>
            <p:ph type="subTitle" idx="1" hasCustomPrompt="1"/>
          </p:nvPr>
        </p:nvSpPr>
        <p:spPr>
          <a:xfrm>
            <a:off x="341313" y="4800600"/>
            <a:ext cx="5577840" cy="1612900"/>
          </a:xfrm>
        </p:spPr>
        <p:txBody>
          <a:bodyPr anchor="b">
            <a:noAutofit/>
          </a:bodyPr>
          <a:lstStyle>
            <a:lvl1pPr marL="0" indent="0" algn="l">
              <a:lnSpc>
                <a:spcPct val="100000"/>
              </a:lnSpc>
              <a:spcAft>
                <a:spcPts val="0"/>
              </a:spcAft>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z="1300" dirty="0">
                <a:solidFill>
                  <a:srgbClr val="000000"/>
                </a:solidFill>
                <a:latin typeface="Times-Roman"/>
              </a:rPr>
              <a:t>Haz clic para editar subtítulos</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hit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5" name="Picture 8" descr="Nextel_logo_circle_r_orange_large.png"/>
          <p:cNvPicPr>
            <a:picLocks noChangeAspect="1"/>
          </p:cNvPicPr>
          <p:nvPr/>
        </p:nvPicPr>
        <p:blipFill>
          <a:blip r:embed="rId3" cstate="print"/>
          <a:srcRect/>
          <a:stretch>
            <a:fillRect/>
          </a:stretch>
        </p:blipFill>
        <p:spPr bwMode="auto">
          <a:xfrm>
            <a:off x="65088" y="168275"/>
            <a:ext cx="3584575" cy="1238250"/>
          </a:xfrm>
          <a:prstGeom prst="rect">
            <a:avLst/>
          </a:prstGeom>
          <a:noFill/>
          <a:ln w="9525">
            <a:noFill/>
            <a:miter lim="800000"/>
            <a:headEnd/>
            <a:tailEnd/>
          </a:ln>
        </p:spPr>
      </p:pic>
      <p:sp>
        <p:nvSpPr>
          <p:cNvPr id="3" name="Title 1"/>
          <p:cNvSpPr>
            <a:spLocks noGrp="1"/>
          </p:cNvSpPr>
          <p:nvPr>
            <p:ph type="ctrTitle" hasCustomPrompt="1"/>
          </p:nvPr>
        </p:nvSpPr>
        <p:spPr>
          <a:xfrm>
            <a:off x="309489" y="1365825"/>
            <a:ext cx="8503920" cy="2724912"/>
          </a:xfrm>
        </p:spPr>
        <p:txBody>
          <a:bodyPr/>
          <a:lstStyle>
            <a:lvl1pPr algn="l" defTabSz="457200" rtl="0" eaLnBrk="0" fontAlgn="base" hangingPunct="0">
              <a:lnSpc>
                <a:spcPct val="90000"/>
              </a:lnSpc>
              <a:spcBef>
                <a:spcPct val="0"/>
              </a:spcBef>
              <a:spcAft>
                <a:spcPct val="0"/>
              </a:spcAft>
              <a:defRPr lang="en-US" sz="8500" b="0" kern="1200" baseline="0" dirty="0" smtClean="0">
                <a:solidFill>
                  <a:schemeClr val="tx2"/>
                </a:solidFill>
                <a:latin typeface="NII Sans Light"/>
                <a:ea typeface="ＭＳ Ｐゴシック" pitchFamily="-112" charset="-128"/>
                <a:cs typeface="NII Sans Light"/>
              </a:defRPr>
            </a:lvl1pPr>
          </a:lstStyle>
          <a:p>
            <a:r>
              <a:rPr lang="es-ES" dirty="0"/>
              <a:t>Haz clic para modificar el estilo de título maestro</a:t>
            </a:r>
            <a:endParaRPr lang="en-US" dirty="0"/>
          </a:p>
        </p:txBody>
      </p:sp>
      <p:sp>
        <p:nvSpPr>
          <p:cNvPr id="4" name="Subtitle 2"/>
          <p:cNvSpPr>
            <a:spLocks noGrp="1"/>
          </p:cNvSpPr>
          <p:nvPr>
            <p:ph type="subTitle" idx="1" hasCustomPrompt="1"/>
          </p:nvPr>
        </p:nvSpPr>
        <p:spPr>
          <a:xfrm>
            <a:off x="341313" y="4800600"/>
            <a:ext cx="5577840" cy="1612900"/>
          </a:xfrm>
        </p:spPr>
        <p:txBody>
          <a:bodyPr anchor="b">
            <a:noAutofit/>
          </a:bodyPr>
          <a:lstStyle>
            <a:lvl1pPr marL="0" indent="0" algn="l">
              <a:lnSpc>
                <a:spcPct val="100000"/>
              </a:lnSpc>
              <a:spcAft>
                <a:spcPts val="0"/>
              </a:spcAft>
              <a:buNone/>
              <a:defRPr sz="17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Haz clic para editar subtítulos</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ítulo y objetos">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Content Placeholder 2"/>
          <p:cNvSpPr>
            <a:spLocks noGrp="1"/>
          </p:cNvSpPr>
          <p:nvPr>
            <p:ph idx="1" hasCustomPrompt="1"/>
          </p:nvPr>
        </p:nvSpPr>
        <p:spPr/>
        <p:txBody>
          <a:body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4" name="Date Placeholder 3"/>
          <p:cNvSpPr>
            <a:spLocks noGrp="1"/>
          </p:cNvSpPr>
          <p:nvPr>
            <p:ph type="dt" sz="half" idx="10"/>
          </p:nvPr>
        </p:nvSpPr>
        <p:spPr/>
        <p:txBody>
          <a:bodyPr/>
          <a:lstStyle>
            <a:lvl1pPr>
              <a:defRPr/>
            </a:lvl1pPr>
          </a:lstStyle>
          <a:p>
            <a:fld id="{BED01018-6526-499D-8FFB-8EAF4D16BB6F}" type="datetimeFigureOut">
              <a:rPr lang="en-US" smtClean="0"/>
              <a:pPr/>
              <a:t>5/23/2025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Bold Heading">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Content Placeholder 2"/>
          <p:cNvSpPr>
            <a:spLocks noGrp="1"/>
          </p:cNvSpPr>
          <p:nvPr>
            <p:ph idx="1" hasCustomPrompt="1"/>
          </p:nvPr>
        </p:nvSpPr>
        <p:spPr>
          <a:xfrm>
            <a:off x="341312" y="1638299"/>
            <a:ext cx="8461375" cy="4448176"/>
          </a:xfrm>
        </p:spPr>
        <p:txBody>
          <a:body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9" name="Text Placeholder 8"/>
          <p:cNvSpPr>
            <a:spLocks noGrp="1"/>
          </p:cNvSpPr>
          <p:nvPr>
            <p:ph type="body" sz="quarter" idx="14" hasCustomPrompt="1"/>
          </p:nvPr>
        </p:nvSpPr>
        <p:spPr>
          <a:xfrm>
            <a:off x="341313" y="1285875"/>
            <a:ext cx="8461375" cy="466725"/>
          </a:xfrm>
        </p:spPr>
        <p:txBody>
          <a:bodyPr rtlCol="0">
            <a:noAutofit/>
          </a:bodyPr>
          <a:lstStyle>
            <a:lvl1pPr>
              <a:buNone/>
              <a:defRPr lang="en-US" sz="1800" b="1" kern="1200" dirty="0" smtClean="0">
                <a:solidFill>
                  <a:schemeClr val="tx1"/>
                </a:solidFill>
                <a:latin typeface="+mn-lt"/>
                <a:ea typeface="+mn-ea"/>
                <a:cs typeface="+mn-cs"/>
              </a:defRPr>
            </a:lvl1pPr>
          </a:lstStyle>
          <a:p>
            <a:pPr lvl="0"/>
            <a:r>
              <a:rPr lang="es-ES" dirty="0"/>
              <a:t>Haz clic para escribir un subtítulo en negrita</a:t>
            </a:r>
          </a:p>
        </p:txBody>
      </p:sp>
      <p:sp>
        <p:nvSpPr>
          <p:cNvPr id="5" name="Date Placeholder 3"/>
          <p:cNvSpPr>
            <a:spLocks noGrp="1"/>
          </p:cNvSpPr>
          <p:nvPr>
            <p:ph type="dt" sz="half" idx="15"/>
          </p:nvPr>
        </p:nvSpPr>
        <p:spPr/>
        <p:txBody>
          <a:bodyPr/>
          <a:lstStyle>
            <a:lvl1pPr>
              <a:defRPr/>
            </a:lvl1pPr>
          </a:lstStyle>
          <a:p>
            <a:fld id="{BED01018-6526-499D-8FFB-8EAF4D16BB6F}" type="datetimeFigureOut">
              <a:rPr lang="en-US" smtClean="0"/>
              <a:pPr/>
              <a:t>5/23/2025</a:t>
            </a:fld>
            <a:endParaRPr lang="en-US"/>
          </a:p>
        </p:txBody>
      </p:sp>
      <p:sp>
        <p:nvSpPr>
          <p:cNvPr id="6" name="Footer Placeholder 4"/>
          <p:cNvSpPr>
            <a:spLocks noGrp="1"/>
          </p:cNvSpPr>
          <p:nvPr>
            <p:ph type="ftr" sz="quarter" idx="16"/>
          </p:nvPr>
        </p:nvSpPr>
        <p:spPr/>
        <p:txBody>
          <a:bodyPr/>
          <a:lstStyle>
            <a:lvl1pPr>
              <a:defRPr/>
            </a:lvl1pPr>
          </a:lstStyle>
          <a:p>
            <a:endParaRPr lang="en-US"/>
          </a:p>
        </p:txBody>
      </p:sp>
      <p:sp>
        <p:nvSpPr>
          <p:cNvPr id="7" name="Slide Number Placeholder 5"/>
          <p:cNvSpPr>
            <a:spLocks noGrp="1"/>
          </p:cNvSpPr>
          <p:nvPr>
            <p:ph type="sldNum" sz="quarter" idx="17"/>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os objetos">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Content Placeholder 2"/>
          <p:cNvSpPr>
            <a:spLocks noGrp="1"/>
          </p:cNvSpPr>
          <p:nvPr>
            <p:ph sz="half" idx="1" hasCustomPrompt="1"/>
          </p:nvPr>
        </p:nvSpPr>
        <p:spPr>
          <a:xfrm>
            <a:off x="341313" y="1285876"/>
            <a:ext cx="4141787" cy="4800600"/>
          </a:xfrm>
        </p:spPr>
        <p:txBody>
          <a:bodyPr>
            <a:normAutofit/>
          </a:bodyPr>
          <a:lstStyle>
            <a:lvl1pPr>
              <a:defRPr sz="1600"/>
            </a:lvl1pPr>
            <a:lvl2pPr>
              <a:defRPr sz="1400"/>
            </a:lvl2pPr>
            <a:lvl3pPr>
              <a:defRPr sz="1200"/>
            </a:lvl3pPr>
            <a:lvl4pPr>
              <a:defRPr sz="1000"/>
            </a:lvl4pPr>
            <a:lvl5pPr>
              <a:defRPr sz="800"/>
            </a:lvl5pPr>
            <a:lvl6pPr>
              <a:defRPr sz="1800"/>
            </a:lvl6pPr>
            <a:lvl7pPr>
              <a:defRPr sz="1800"/>
            </a:lvl7pPr>
            <a:lvl8pPr>
              <a:defRPr sz="1800"/>
            </a:lvl8pPr>
            <a:lvl9pPr>
              <a:defRPr sz="1800"/>
            </a:lvl9p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4" name="Content Placeholder 3"/>
          <p:cNvSpPr>
            <a:spLocks noGrp="1"/>
          </p:cNvSpPr>
          <p:nvPr>
            <p:ph sz="half" idx="2" hasCustomPrompt="1"/>
          </p:nvPr>
        </p:nvSpPr>
        <p:spPr>
          <a:xfrm>
            <a:off x="4667250" y="1285876"/>
            <a:ext cx="4135438" cy="4800600"/>
          </a:xfrm>
        </p:spPr>
        <p:txBody>
          <a:bodyPr>
            <a:normAutofit/>
          </a:bodyPr>
          <a:lstStyle>
            <a:lvl1pPr>
              <a:defRPr sz="1600"/>
            </a:lvl1pPr>
            <a:lvl2pPr>
              <a:defRPr sz="1400"/>
            </a:lvl2pPr>
            <a:lvl3pPr>
              <a:defRPr sz="1200"/>
            </a:lvl3pPr>
            <a:lvl4pPr>
              <a:defRPr sz="1000"/>
            </a:lvl4pPr>
            <a:lvl5pPr>
              <a:defRPr sz="800"/>
            </a:lvl5pPr>
            <a:lvl6pPr>
              <a:defRPr sz="1800"/>
            </a:lvl6pPr>
            <a:lvl7pPr>
              <a:defRPr sz="1800"/>
            </a:lvl7pPr>
            <a:lvl8pPr>
              <a:defRPr sz="1800"/>
            </a:lvl8pPr>
            <a:lvl9pPr>
              <a:defRPr sz="1800"/>
            </a:lvl9p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5" name="Date Placeholder 3"/>
          <p:cNvSpPr>
            <a:spLocks noGrp="1"/>
          </p:cNvSpPr>
          <p:nvPr>
            <p:ph type="dt" sz="half" idx="10"/>
          </p:nvPr>
        </p:nvSpPr>
        <p:spPr/>
        <p:txBody>
          <a:bodyPr/>
          <a:lstStyle>
            <a:lvl1pPr>
              <a:defRPr/>
            </a:lvl1pPr>
          </a:lstStyle>
          <a:p>
            <a:fld id="{BED01018-6526-499D-8FFB-8EAF4D16BB6F}" type="datetimeFigureOut">
              <a:rPr lang="en-US" smtClean="0"/>
              <a:pPr/>
              <a:t>5/23/2025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Text Placeholder 2"/>
          <p:cNvSpPr>
            <a:spLocks noGrp="1"/>
          </p:cNvSpPr>
          <p:nvPr>
            <p:ph type="body" idx="1" hasCustomPrompt="1"/>
          </p:nvPr>
        </p:nvSpPr>
        <p:spPr>
          <a:xfrm>
            <a:off x="341313" y="1285875"/>
            <a:ext cx="4141787" cy="404274"/>
          </a:xfrm>
        </p:spPr>
        <p:txBody>
          <a:bodyPr>
            <a:noAutofit/>
          </a:bodyPr>
          <a:lstStyle>
            <a:lvl1pPr marL="0" indent="0">
              <a:buNone/>
              <a:defRPr sz="1800" b="1" spc="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Haz clic para escribir un subtítulo en negrita</a:t>
            </a:r>
          </a:p>
        </p:txBody>
      </p:sp>
      <p:sp>
        <p:nvSpPr>
          <p:cNvPr id="4" name="Content Placeholder 3"/>
          <p:cNvSpPr>
            <a:spLocks noGrp="1"/>
          </p:cNvSpPr>
          <p:nvPr>
            <p:ph sz="half" idx="2" hasCustomPrompt="1"/>
          </p:nvPr>
        </p:nvSpPr>
        <p:spPr>
          <a:xfrm>
            <a:off x="341313" y="1690149"/>
            <a:ext cx="4141787" cy="4396325"/>
          </a:xfrm>
        </p:spPr>
        <p:txBody>
          <a:bodyPr>
            <a:normAutofit/>
          </a:bodyPr>
          <a:lstStyle>
            <a:lvl1pPr>
              <a:defRPr sz="1600"/>
            </a:lvl1pPr>
            <a:lvl2pPr>
              <a:defRPr sz="1400"/>
            </a:lvl2pPr>
            <a:lvl3pPr>
              <a:defRPr sz="1200"/>
            </a:lvl3pPr>
            <a:lvl4pPr>
              <a:defRPr sz="1100"/>
            </a:lvl4pPr>
            <a:lvl5pPr>
              <a:defRPr sz="1100"/>
            </a:lvl5pPr>
            <a:lvl6pPr>
              <a:defRPr sz="1600"/>
            </a:lvl6pPr>
            <a:lvl7pPr>
              <a:defRPr sz="1600"/>
            </a:lvl7pPr>
            <a:lvl8pPr>
              <a:defRPr sz="1600"/>
            </a:lvl8pPr>
            <a:lvl9pPr>
              <a:defRPr sz="1600"/>
            </a:lvl9p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5" name="Text Placeholder 4"/>
          <p:cNvSpPr>
            <a:spLocks noGrp="1"/>
          </p:cNvSpPr>
          <p:nvPr>
            <p:ph type="body" sz="quarter" idx="3" hasCustomPrompt="1"/>
          </p:nvPr>
        </p:nvSpPr>
        <p:spPr>
          <a:xfrm>
            <a:off x="4667250" y="1285875"/>
            <a:ext cx="4135438" cy="404274"/>
          </a:xfrm>
        </p:spPr>
        <p:txBody>
          <a:bodyPr>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Haz clic para escribir un subtítulo en negrita</a:t>
            </a:r>
          </a:p>
        </p:txBody>
      </p:sp>
      <p:sp>
        <p:nvSpPr>
          <p:cNvPr id="6" name="Content Placeholder 5"/>
          <p:cNvSpPr>
            <a:spLocks noGrp="1"/>
          </p:cNvSpPr>
          <p:nvPr>
            <p:ph sz="quarter" idx="4" hasCustomPrompt="1"/>
          </p:nvPr>
        </p:nvSpPr>
        <p:spPr>
          <a:xfrm>
            <a:off x="4667250" y="1690149"/>
            <a:ext cx="4135438" cy="4396325"/>
          </a:xfrm>
        </p:spPr>
        <p:txBody>
          <a:bodyPr>
            <a:normAutofit/>
          </a:bodyPr>
          <a:lstStyle>
            <a:lvl1pPr>
              <a:defRPr sz="1600"/>
            </a:lvl1pPr>
            <a:lvl2pPr>
              <a:defRPr sz="1400"/>
            </a:lvl2pPr>
            <a:lvl3pPr>
              <a:defRPr sz="1200"/>
            </a:lvl3pPr>
            <a:lvl4pPr>
              <a:defRPr sz="1100"/>
            </a:lvl4pPr>
            <a:lvl5pPr>
              <a:defRPr sz="1100"/>
            </a:lvl5pPr>
            <a:lvl6pPr>
              <a:defRPr sz="1600"/>
            </a:lvl6pPr>
            <a:lvl7pPr>
              <a:defRPr sz="1600"/>
            </a:lvl7pPr>
            <a:lvl8pPr>
              <a:defRPr sz="1600"/>
            </a:lvl8pPr>
            <a:lvl9pPr>
              <a:defRPr sz="1600"/>
            </a:lvl9p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7" name="Date Placeholder 3"/>
          <p:cNvSpPr>
            <a:spLocks noGrp="1"/>
          </p:cNvSpPr>
          <p:nvPr>
            <p:ph type="dt" sz="half" idx="10"/>
          </p:nvPr>
        </p:nvSpPr>
        <p:spPr/>
        <p:txBody>
          <a:bodyPr/>
          <a:lstStyle>
            <a:lvl1pPr>
              <a:defRPr/>
            </a:lvl1pPr>
          </a:lstStyle>
          <a:p>
            <a:fld id="{BED01018-6526-499D-8FFB-8EAF4D16BB6F}" type="datetimeFigureOut">
              <a:rPr lang="en-US" smtClean="0"/>
              <a:pPr/>
              <a:t>5/23/2025</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rt/Graphic Multi">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Content Placeholder 2"/>
          <p:cNvSpPr>
            <a:spLocks noGrp="1"/>
          </p:cNvSpPr>
          <p:nvPr>
            <p:ph idx="1" hasCustomPrompt="1"/>
          </p:nvPr>
        </p:nvSpPr>
        <p:spPr>
          <a:xfrm>
            <a:off x="341312" y="1285875"/>
            <a:ext cx="8461375" cy="1152525"/>
          </a:xfrm>
        </p:spPr>
        <p:txBody>
          <a:body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8" name="Content Placeholder 7"/>
          <p:cNvSpPr>
            <a:spLocks noGrp="1"/>
          </p:cNvSpPr>
          <p:nvPr>
            <p:ph sz="quarter" idx="13" hasCustomPrompt="1"/>
          </p:nvPr>
        </p:nvSpPr>
        <p:spPr>
          <a:xfrm>
            <a:off x="341313" y="2597150"/>
            <a:ext cx="2695575" cy="1663700"/>
          </a:xfrm>
        </p:spPr>
        <p:txBody>
          <a:bodyPr>
            <a:normAutofit/>
          </a:bodyPr>
          <a:lstStyle>
            <a:lvl1pPr marL="0" indent="0">
              <a:buNone/>
              <a:defRPr sz="1200"/>
            </a:lvl1pPr>
            <a:lvl2pPr>
              <a:defRPr sz="1100"/>
            </a:lvl2pPr>
            <a:lvl3pPr>
              <a:defRPr sz="1050"/>
            </a:lvl3pPr>
            <a:lvl4pPr>
              <a:defRPr sz="800"/>
            </a:lvl4pPr>
            <a:lvl5pPr>
              <a:defRPr sz="600"/>
            </a:lvl5pPr>
          </a:lstStyle>
          <a:p>
            <a:pPr lvl="0"/>
            <a:r>
              <a:rPr lang="es-ES" dirty="0"/>
              <a:t>Haz clic en los iconos para insertar gráfico, tabla o imagen</a:t>
            </a:r>
          </a:p>
        </p:txBody>
      </p:sp>
      <p:sp>
        <p:nvSpPr>
          <p:cNvPr id="10" name="Content Placeholder 9"/>
          <p:cNvSpPr>
            <a:spLocks noGrp="1"/>
          </p:cNvSpPr>
          <p:nvPr>
            <p:ph sz="quarter" idx="14" hasCustomPrompt="1"/>
          </p:nvPr>
        </p:nvSpPr>
        <p:spPr>
          <a:xfrm>
            <a:off x="3221038" y="2597150"/>
            <a:ext cx="2701925" cy="1663700"/>
          </a:xfrm>
        </p:spPr>
        <p:txBody>
          <a:bodyPr>
            <a:normAutofit/>
          </a:bodyPr>
          <a:lstStyle>
            <a:lvl1pPr marL="0" indent="0">
              <a:buNone/>
              <a:defRPr sz="1200"/>
            </a:lvl1pPr>
            <a:lvl2pPr>
              <a:defRPr sz="1100"/>
            </a:lvl2pPr>
            <a:lvl3pPr>
              <a:defRPr sz="1050"/>
            </a:lvl3pPr>
            <a:lvl4pPr>
              <a:defRPr sz="800"/>
            </a:lvl4pPr>
            <a:lvl5pPr>
              <a:defRPr sz="600"/>
            </a:lvl5pPr>
          </a:lstStyle>
          <a:p>
            <a:pPr lvl="0"/>
            <a:r>
              <a:rPr lang="es-ES" dirty="0"/>
              <a:t>Haz clic en los iconos para insertar gráfico, tabla o imagen</a:t>
            </a:r>
          </a:p>
        </p:txBody>
      </p:sp>
      <p:sp>
        <p:nvSpPr>
          <p:cNvPr id="12" name="Content Placeholder 11"/>
          <p:cNvSpPr>
            <a:spLocks noGrp="1"/>
          </p:cNvSpPr>
          <p:nvPr>
            <p:ph sz="quarter" idx="15" hasCustomPrompt="1"/>
          </p:nvPr>
        </p:nvSpPr>
        <p:spPr>
          <a:xfrm>
            <a:off x="6103938" y="2597150"/>
            <a:ext cx="2698750" cy="1663700"/>
          </a:xfrm>
        </p:spPr>
        <p:txBody>
          <a:bodyPr>
            <a:normAutofit/>
          </a:bodyPr>
          <a:lstStyle>
            <a:lvl1pPr marL="0" indent="0">
              <a:buNone/>
              <a:defRPr sz="1200"/>
            </a:lvl1pPr>
            <a:lvl2pPr>
              <a:defRPr sz="1100"/>
            </a:lvl2pPr>
            <a:lvl3pPr>
              <a:defRPr sz="1050"/>
            </a:lvl3pPr>
            <a:lvl4pPr>
              <a:defRPr sz="800"/>
            </a:lvl4pPr>
            <a:lvl5pPr>
              <a:defRPr sz="600"/>
            </a:lvl5pPr>
          </a:lstStyle>
          <a:p>
            <a:pPr lvl="0"/>
            <a:r>
              <a:rPr lang="es-ES" dirty="0"/>
              <a:t>Haz clic en los iconos para insertar gráfico, tabla o imagen</a:t>
            </a:r>
          </a:p>
        </p:txBody>
      </p:sp>
      <p:sp>
        <p:nvSpPr>
          <p:cNvPr id="14" name="Content Placeholder 13"/>
          <p:cNvSpPr>
            <a:spLocks noGrp="1"/>
          </p:cNvSpPr>
          <p:nvPr>
            <p:ph sz="quarter" idx="16" hasCustomPrompt="1"/>
          </p:nvPr>
        </p:nvSpPr>
        <p:spPr>
          <a:xfrm>
            <a:off x="341313" y="4413250"/>
            <a:ext cx="2695575" cy="1682750"/>
          </a:xfrm>
        </p:spPr>
        <p:txBody>
          <a:bodyPr>
            <a:normAutofit/>
          </a:bodyPr>
          <a:lstStyle>
            <a:lvl1pPr marL="0" indent="0">
              <a:buNone/>
              <a:defRPr sz="1200"/>
            </a:lvl1pPr>
            <a:lvl2pPr>
              <a:defRPr sz="1100"/>
            </a:lvl2pPr>
            <a:lvl3pPr>
              <a:defRPr sz="1050"/>
            </a:lvl3pPr>
            <a:lvl4pPr>
              <a:defRPr sz="800"/>
            </a:lvl4pPr>
            <a:lvl5pPr>
              <a:defRPr sz="600"/>
            </a:lvl5pPr>
          </a:lstStyle>
          <a:p>
            <a:pPr lvl="0"/>
            <a:r>
              <a:rPr lang="es-ES" dirty="0"/>
              <a:t>Haz clic en los iconos para insertar gráfico, tabla o imagen</a:t>
            </a:r>
          </a:p>
        </p:txBody>
      </p:sp>
      <p:sp>
        <p:nvSpPr>
          <p:cNvPr id="16" name="Content Placeholder 15"/>
          <p:cNvSpPr>
            <a:spLocks noGrp="1"/>
          </p:cNvSpPr>
          <p:nvPr>
            <p:ph sz="quarter" idx="17" hasCustomPrompt="1"/>
          </p:nvPr>
        </p:nvSpPr>
        <p:spPr>
          <a:xfrm>
            <a:off x="3221038" y="4413250"/>
            <a:ext cx="2701925" cy="1682750"/>
          </a:xfrm>
        </p:spPr>
        <p:txBody>
          <a:bodyPr>
            <a:normAutofit/>
          </a:bodyPr>
          <a:lstStyle>
            <a:lvl1pPr marL="0" indent="0">
              <a:buNone/>
              <a:tabLst/>
              <a:defRPr sz="1200"/>
            </a:lvl1pPr>
            <a:lvl2pPr>
              <a:defRPr sz="1100"/>
            </a:lvl2pPr>
            <a:lvl3pPr>
              <a:defRPr sz="1050"/>
            </a:lvl3pPr>
            <a:lvl4pPr>
              <a:defRPr sz="800"/>
            </a:lvl4pPr>
            <a:lvl5pPr>
              <a:defRPr sz="600"/>
            </a:lvl5pPr>
          </a:lstStyle>
          <a:p>
            <a:pPr lvl="0"/>
            <a:r>
              <a:rPr lang="es-ES" dirty="0"/>
              <a:t>Haz clic en los iconos para insertar gráfico, tabla o imagen</a:t>
            </a:r>
          </a:p>
        </p:txBody>
      </p:sp>
      <p:sp>
        <p:nvSpPr>
          <p:cNvPr id="18" name="Content Placeholder 17"/>
          <p:cNvSpPr>
            <a:spLocks noGrp="1"/>
          </p:cNvSpPr>
          <p:nvPr>
            <p:ph sz="quarter" idx="18" hasCustomPrompt="1"/>
          </p:nvPr>
        </p:nvSpPr>
        <p:spPr>
          <a:xfrm>
            <a:off x="6103938" y="4413250"/>
            <a:ext cx="2698750" cy="1682750"/>
          </a:xfrm>
        </p:spPr>
        <p:txBody>
          <a:bodyPr>
            <a:normAutofit/>
          </a:bodyPr>
          <a:lstStyle>
            <a:lvl1pPr marL="0" indent="0">
              <a:buNone/>
              <a:defRPr sz="1200"/>
            </a:lvl1pPr>
            <a:lvl2pPr>
              <a:defRPr sz="1100"/>
            </a:lvl2pPr>
            <a:lvl3pPr>
              <a:defRPr sz="1050"/>
            </a:lvl3pPr>
            <a:lvl4pPr>
              <a:defRPr sz="800"/>
            </a:lvl4pPr>
            <a:lvl5pPr>
              <a:defRPr sz="600"/>
            </a:lvl5pPr>
          </a:lstStyle>
          <a:p>
            <a:pPr lvl="0"/>
            <a:r>
              <a:rPr lang="es-ES" dirty="0"/>
              <a:t>Haz clic en los iconos para insertar gráfico, tabla o imagen</a:t>
            </a:r>
          </a:p>
        </p:txBody>
      </p:sp>
      <p:sp>
        <p:nvSpPr>
          <p:cNvPr id="11" name="Date Placeholder 3"/>
          <p:cNvSpPr>
            <a:spLocks noGrp="1"/>
          </p:cNvSpPr>
          <p:nvPr>
            <p:ph type="dt" sz="half" idx="19"/>
          </p:nvPr>
        </p:nvSpPr>
        <p:spPr/>
        <p:txBody>
          <a:bodyPr/>
          <a:lstStyle>
            <a:lvl1pPr>
              <a:defRPr/>
            </a:lvl1pPr>
          </a:lstStyle>
          <a:p>
            <a:fld id="{BED01018-6526-499D-8FFB-8EAF4D16BB6F}" type="datetimeFigureOut">
              <a:rPr lang="en-US" smtClean="0"/>
              <a:pPr/>
              <a:t>5/23/2025</a:t>
            </a:fld>
            <a:endParaRPr lang="en-US"/>
          </a:p>
        </p:txBody>
      </p:sp>
      <p:sp>
        <p:nvSpPr>
          <p:cNvPr id="13" name="Footer Placeholder 4"/>
          <p:cNvSpPr>
            <a:spLocks noGrp="1"/>
          </p:cNvSpPr>
          <p:nvPr>
            <p:ph type="ftr" sz="quarter" idx="20"/>
          </p:nvPr>
        </p:nvSpPr>
        <p:spPr/>
        <p:txBody>
          <a:bodyPr/>
          <a:lstStyle>
            <a:lvl1pPr>
              <a:defRPr/>
            </a:lvl1pPr>
          </a:lstStyle>
          <a:p>
            <a:endParaRPr lang="en-US"/>
          </a:p>
        </p:txBody>
      </p:sp>
      <p:sp>
        <p:nvSpPr>
          <p:cNvPr id="15" name="Slide Number Placeholder 5"/>
          <p:cNvSpPr>
            <a:spLocks noGrp="1"/>
          </p:cNvSpPr>
          <p:nvPr>
            <p:ph type="sldNum" sz="quarter" idx="21"/>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rt/Graphic Top">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Content Placeholder 2"/>
          <p:cNvSpPr>
            <a:spLocks noGrp="1"/>
          </p:cNvSpPr>
          <p:nvPr>
            <p:ph idx="1" hasCustomPrompt="1"/>
          </p:nvPr>
        </p:nvSpPr>
        <p:spPr>
          <a:xfrm>
            <a:off x="341312" y="3505199"/>
            <a:ext cx="8461375" cy="2581275"/>
          </a:xfrm>
        </p:spPr>
        <p:txBody>
          <a:body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8" name="Content Placeholder 7"/>
          <p:cNvSpPr>
            <a:spLocks noGrp="1"/>
          </p:cNvSpPr>
          <p:nvPr>
            <p:ph sz="quarter" idx="13" hasCustomPrompt="1"/>
          </p:nvPr>
        </p:nvSpPr>
        <p:spPr>
          <a:xfrm>
            <a:off x="341313" y="1285875"/>
            <a:ext cx="8461375" cy="2066925"/>
          </a:xfrm>
        </p:spPr>
        <p:txBody>
          <a:bodyPr/>
          <a:lstStyle>
            <a:lvl1pPr marL="0" indent="0">
              <a:buNone/>
              <a:defRPr/>
            </a:lvl1pPr>
          </a:lstStyle>
          <a:p>
            <a:pPr lvl="0"/>
            <a:r>
              <a:rPr lang="es-ES" dirty="0"/>
              <a:t>Haz clic en los iconos para insertar gráfico, tabla o imagen</a:t>
            </a:r>
          </a:p>
        </p:txBody>
      </p:sp>
      <p:sp>
        <p:nvSpPr>
          <p:cNvPr id="5" name="Date Placeholder 3"/>
          <p:cNvSpPr>
            <a:spLocks noGrp="1"/>
          </p:cNvSpPr>
          <p:nvPr>
            <p:ph type="dt" sz="half" idx="14"/>
          </p:nvPr>
        </p:nvSpPr>
        <p:spPr/>
        <p:txBody>
          <a:bodyPr/>
          <a:lstStyle>
            <a:lvl1pPr>
              <a:defRPr/>
            </a:lvl1pPr>
          </a:lstStyle>
          <a:p>
            <a:fld id="{BED01018-6526-499D-8FFB-8EAF4D16BB6F}" type="datetimeFigureOut">
              <a:rPr lang="en-US" smtClean="0"/>
              <a:pPr/>
              <a:t>5/23/2025</a:t>
            </a:fld>
            <a:endParaRPr lang="en-US"/>
          </a:p>
        </p:txBody>
      </p:sp>
      <p:sp>
        <p:nvSpPr>
          <p:cNvPr id="6" name="Footer Placeholder 4"/>
          <p:cNvSpPr>
            <a:spLocks noGrp="1"/>
          </p:cNvSpPr>
          <p:nvPr>
            <p:ph type="ftr" sz="quarter" idx="15"/>
          </p:nvPr>
        </p:nvSpPr>
        <p:spPr/>
        <p:txBody>
          <a:bodyPr/>
          <a:lstStyle>
            <a:lvl1pPr>
              <a:defRPr/>
            </a:lvl1pPr>
          </a:lstStyle>
          <a:p>
            <a:endParaRPr lang="en-US"/>
          </a:p>
        </p:txBody>
      </p:sp>
      <p:sp>
        <p:nvSpPr>
          <p:cNvPr id="7" name="Slide Number Placeholder 5"/>
          <p:cNvSpPr>
            <a:spLocks noGrp="1"/>
          </p:cNvSpPr>
          <p:nvPr>
            <p:ph type="sldNum" sz="quarter" idx="16"/>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rt/Graphic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Content Placeholder 2"/>
          <p:cNvSpPr>
            <a:spLocks noGrp="1"/>
          </p:cNvSpPr>
          <p:nvPr>
            <p:ph idx="1" hasCustomPrompt="1"/>
          </p:nvPr>
        </p:nvSpPr>
        <p:spPr>
          <a:xfrm>
            <a:off x="341312" y="1285875"/>
            <a:ext cx="8461375" cy="2066925"/>
          </a:xfrm>
        </p:spPr>
        <p:txBody>
          <a:body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8" name="Content Placeholder 7"/>
          <p:cNvSpPr>
            <a:spLocks noGrp="1"/>
          </p:cNvSpPr>
          <p:nvPr>
            <p:ph sz="quarter" idx="13" hasCustomPrompt="1"/>
          </p:nvPr>
        </p:nvSpPr>
        <p:spPr>
          <a:xfrm>
            <a:off x="341313" y="3505200"/>
            <a:ext cx="8461375" cy="2590800"/>
          </a:xfrm>
        </p:spPr>
        <p:txBody>
          <a:bodyPr/>
          <a:lstStyle>
            <a:lvl1pPr marL="0" indent="0">
              <a:buNone/>
              <a:tabLst/>
              <a:defRPr/>
            </a:lvl1pPr>
          </a:lstStyle>
          <a:p>
            <a:pPr lvl="0"/>
            <a:r>
              <a:rPr lang="es-ES" dirty="0"/>
              <a:t>Haz clic en los iconos para insertar gráfico, tabla o imagen</a:t>
            </a:r>
          </a:p>
        </p:txBody>
      </p:sp>
      <p:sp>
        <p:nvSpPr>
          <p:cNvPr id="5" name="Date Placeholder 3"/>
          <p:cNvSpPr>
            <a:spLocks noGrp="1"/>
          </p:cNvSpPr>
          <p:nvPr>
            <p:ph type="dt" sz="half" idx="14"/>
          </p:nvPr>
        </p:nvSpPr>
        <p:spPr/>
        <p:txBody>
          <a:bodyPr/>
          <a:lstStyle>
            <a:lvl1pPr>
              <a:defRPr/>
            </a:lvl1pPr>
          </a:lstStyle>
          <a:p>
            <a:fld id="{BED01018-6526-499D-8FFB-8EAF4D16BB6F}" type="datetimeFigureOut">
              <a:rPr lang="en-US" smtClean="0"/>
              <a:pPr/>
              <a:t>5/23/2025</a:t>
            </a:fld>
            <a:endParaRPr lang="en-US"/>
          </a:p>
        </p:txBody>
      </p:sp>
      <p:sp>
        <p:nvSpPr>
          <p:cNvPr id="6" name="Footer Placeholder 4"/>
          <p:cNvSpPr>
            <a:spLocks noGrp="1"/>
          </p:cNvSpPr>
          <p:nvPr>
            <p:ph type="ftr" sz="quarter" idx="15"/>
          </p:nvPr>
        </p:nvSpPr>
        <p:spPr/>
        <p:txBody>
          <a:bodyPr/>
          <a:lstStyle>
            <a:lvl1pPr>
              <a:defRPr/>
            </a:lvl1pPr>
          </a:lstStyle>
          <a:p>
            <a:endParaRPr lang="en-US"/>
          </a:p>
        </p:txBody>
      </p:sp>
      <p:sp>
        <p:nvSpPr>
          <p:cNvPr id="7" name="Slide Number Placeholder 5"/>
          <p:cNvSpPr>
            <a:spLocks noGrp="1"/>
          </p:cNvSpPr>
          <p:nvPr>
            <p:ph type="sldNum" sz="quarter" idx="16"/>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art/Graphic Left">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Content Placeholder 2"/>
          <p:cNvSpPr>
            <a:spLocks noGrp="1"/>
          </p:cNvSpPr>
          <p:nvPr>
            <p:ph idx="1" hasCustomPrompt="1"/>
          </p:nvPr>
        </p:nvSpPr>
        <p:spPr>
          <a:xfrm>
            <a:off x="3221038" y="1285875"/>
            <a:ext cx="5581649" cy="4800600"/>
          </a:xfrm>
        </p:spPr>
        <p:txBody>
          <a:body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8" name="Content Placeholder 7"/>
          <p:cNvSpPr>
            <a:spLocks noGrp="1"/>
          </p:cNvSpPr>
          <p:nvPr>
            <p:ph sz="quarter" idx="13" hasCustomPrompt="1"/>
          </p:nvPr>
        </p:nvSpPr>
        <p:spPr>
          <a:xfrm>
            <a:off x="341313" y="1285875"/>
            <a:ext cx="2695575" cy="4810125"/>
          </a:xfrm>
        </p:spPr>
        <p:txBody>
          <a:bodyPr/>
          <a:lstStyle>
            <a:lvl1pPr marL="0" indent="0" algn="l">
              <a:buNone/>
              <a:defRPr baseline="0"/>
            </a:lvl1pPr>
          </a:lstStyle>
          <a:p>
            <a:pPr lvl="0"/>
            <a:r>
              <a:rPr lang="es-ES" dirty="0"/>
              <a:t>Haz clic en los iconos para insertar gráfico, tabla o imagen</a:t>
            </a:r>
          </a:p>
        </p:txBody>
      </p:sp>
      <p:sp>
        <p:nvSpPr>
          <p:cNvPr id="5" name="Date Placeholder 3"/>
          <p:cNvSpPr>
            <a:spLocks noGrp="1"/>
          </p:cNvSpPr>
          <p:nvPr>
            <p:ph type="dt" sz="half" idx="14"/>
          </p:nvPr>
        </p:nvSpPr>
        <p:spPr/>
        <p:txBody>
          <a:bodyPr/>
          <a:lstStyle>
            <a:lvl1pPr>
              <a:defRPr/>
            </a:lvl1pPr>
          </a:lstStyle>
          <a:p>
            <a:fld id="{BED01018-6526-499D-8FFB-8EAF4D16BB6F}" type="datetimeFigureOut">
              <a:rPr lang="en-US" smtClean="0"/>
              <a:pPr/>
              <a:t>5/23/2025</a:t>
            </a:fld>
            <a:endParaRPr lang="en-US"/>
          </a:p>
        </p:txBody>
      </p:sp>
      <p:sp>
        <p:nvSpPr>
          <p:cNvPr id="6" name="Footer Placeholder 4"/>
          <p:cNvSpPr>
            <a:spLocks noGrp="1"/>
          </p:cNvSpPr>
          <p:nvPr>
            <p:ph type="ftr" sz="quarter" idx="15"/>
          </p:nvPr>
        </p:nvSpPr>
        <p:spPr/>
        <p:txBody>
          <a:bodyPr/>
          <a:lstStyle>
            <a:lvl1pPr>
              <a:defRPr/>
            </a:lvl1pPr>
          </a:lstStyle>
          <a:p>
            <a:endParaRPr lang="en-US"/>
          </a:p>
        </p:txBody>
      </p:sp>
      <p:sp>
        <p:nvSpPr>
          <p:cNvPr id="7" name="Slide Number Placeholder 5"/>
          <p:cNvSpPr>
            <a:spLocks noGrp="1"/>
          </p:cNvSpPr>
          <p:nvPr>
            <p:ph type="sldNum" sz="quarter" idx="16"/>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hart/Graphic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Content Placeholder 2"/>
          <p:cNvSpPr>
            <a:spLocks noGrp="1"/>
          </p:cNvSpPr>
          <p:nvPr>
            <p:ph idx="1" hasCustomPrompt="1"/>
          </p:nvPr>
        </p:nvSpPr>
        <p:spPr>
          <a:xfrm>
            <a:off x="341312" y="1285875"/>
            <a:ext cx="5581651" cy="4800600"/>
          </a:xfrm>
        </p:spPr>
        <p:txBody>
          <a:body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8" name="Content Placeholder 7"/>
          <p:cNvSpPr>
            <a:spLocks noGrp="1"/>
          </p:cNvSpPr>
          <p:nvPr>
            <p:ph sz="quarter" idx="13" hasCustomPrompt="1"/>
          </p:nvPr>
        </p:nvSpPr>
        <p:spPr>
          <a:xfrm>
            <a:off x="6103938" y="1285875"/>
            <a:ext cx="2698750" cy="4800600"/>
          </a:xfrm>
        </p:spPr>
        <p:txBody>
          <a:bodyPr/>
          <a:lstStyle>
            <a:lvl1pPr marL="0" indent="0">
              <a:buNone/>
              <a:defRPr/>
            </a:lvl1pPr>
          </a:lstStyle>
          <a:p>
            <a:pPr lvl="0"/>
            <a:r>
              <a:rPr lang="es-ES" dirty="0"/>
              <a:t>Haz clic en los iconos para insertar gráfico, tabla o imagen</a:t>
            </a:r>
          </a:p>
        </p:txBody>
      </p:sp>
      <p:sp>
        <p:nvSpPr>
          <p:cNvPr id="5" name="Date Placeholder 3"/>
          <p:cNvSpPr>
            <a:spLocks noGrp="1"/>
          </p:cNvSpPr>
          <p:nvPr>
            <p:ph type="dt" sz="half" idx="14"/>
          </p:nvPr>
        </p:nvSpPr>
        <p:spPr/>
        <p:txBody>
          <a:bodyPr/>
          <a:lstStyle>
            <a:lvl1pPr>
              <a:defRPr/>
            </a:lvl1pPr>
          </a:lstStyle>
          <a:p>
            <a:fld id="{BED01018-6526-499D-8FFB-8EAF4D16BB6F}" type="datetimeFigureOut">
              <a:rPr lang="en-US" smtClean="0"/>
              <a:pPr/>
              <a:t>5/23/2025</a:t>
            </a:fld>
            <a:endParaRPr lang="en-US"/>
          </a:p>
        </p:txBody>
      </p:sp>
      <p:sp>
        <p:nvSpPr>
          <p:cNvPr id="6" name="Footer Placeholder 4"/>
          <p:cNvSpPr>
            <a:spLocks noGrp="1"/>
          </p:cNvSpPr>
          <p:nvPr>
            <p:ph type="ftr" sz="quarter" idx="15"/>
          </p:nvPr>
        </p:nvSpPr>
        <p:spPr/>
        <p:txBody>
          <a:bodyPr/>
          <a:lstStyle>
            <a:lvl1pPr>
              <a:defRPr/>
            </a:lvl1pPr>
          </a:lstStyle>
          <a:p>
            <a:endParaRPr lang="en-US"/>
          </a:p>
        </p:txBody>
      </p:sp>
      <p:sp>
        <p:nvSpPr>
          <p:cNvPr id="7" name="Slide Number Placeholder 5"/>
          <p:cNvSpPr>
            <a:spLocks noGrp="1"/>
          </p:cNvSpPr>
          <p:nvPr>
            <p:ph type="sldNum" sz="quarter" idx="16"/>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hart/Graphic Middle">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4" name="Content Placeholder 3"/>
          <p:cNvSpPr>
            <a:spLocks noGrp="1"/>
          </p:cNvSpPr>
          <p:nvPr>
            <p:ph sz="half" idx="2" hasCustomPrompt="1"/>
          </p:nvPr>
        </p:nvSpPr>
        <p:spPr>
          <a:xfrm>
            <a:off x="341313" y="1285877"/>
            <a:ext cx="2695575" cy="4800597"/>
          </a:xfrm>
        </p:spPr>
        <p:txBody>
          <a:bodyPr>
            <a:normAutofit/>
          </a:bodyPr>
          <a:lstStyle>
            <a:lvl1pPr>
              <a:defRPr sz="1600"/>
            </a:lvl1pPr>
            <a:lvl2pPr>
              <a:defRPr sz="1400"/>
            </a:lvl2pPr>
            <a:lvl3pPr>
              <a:defRPr sz="1200"/>
            </a:lvl3pPr>
            <a:lvl4pPr>
              <a:defRPr sz="1100"/>
            </a:lvl4pPr>
            <a:lvl5pPr>
              <a:defRPr sz="1100"/>
            </a:lvl5pPr>
            <a:lvl6pPr>
              <a:defRPr sz="1600"/>
            </a:lvl6pPr>
            <a:lvl7pPr>
              <a:defRPr sz="1600"/>
            </a:lvl7pPr>
            <a:lvl8pPr>
              <a:defRPr sz="1600"/>
            </a:lvl8pPr>
            <a:lvl9pPr>
              <a:defRPr sz="1600"/>
            </a:lvl9p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6" name="Content Placeholder 5"/>
          <p:cNvSpPr>
            <a:spLocks noGrp="1"/>
          </p:cNvSpPr>
          <p:nvPr>
            <p:ph sz="quarter" idx="4" hasCustomPrompt="1"/>
          </p:nvPr>
        </p:nvSpPr>
        <p:spPr>
          <a:xfrm>
            <a:off x="6103938" y="1285877"/>
            <a:ext cx="2698750" cy="4800597"/>
          </a:xfrm>
        </p:spPr>
        <p:txBody>
          <a:bodyPr>
            <a:normAutofit/>
          </a:bodyPr>
          <a:lstStyle>
            <a:lvl1pPr>
              <a:defRPr sz="1600"/>
            </a:lvl1pPr>
            <a:lvl2pPr>
              <a:defRPr sz="1400"/>
            </a:lvl2pPr>
            <a:lvl3pPr>
              <a:defRPr sz="1200"/>
            </a:lvl3pPr>
            <a:lvl4pPr>
              <a:defRPr sz="1100"/>
            </a:lvl4pPr>
            <a:lvl5pPr>
              <a:defRPr sz="1100"/>
            </a:lvl5pPr>
            <a:lvl6pPr>
              <a:defRPr sz="1600"/>
            </a:lvl6pPr>
            <a:lvl7pPr>
              <a:defRPr sz="1600"/>
            </a:lvl7pPr>
            <a:lvl8pPr>
              <a:defRPr sz="1600"/>
            </a:lvl8pPr>
            <a:lvl9pPr>
              <a:defRPr sz="1600"/>
            </a:lvl9p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11" name="Content Placeholder 8"/>
          <p:cNvSpPr>
            <a:spLocks noGrp="1"/>
          </p:cNvSpPr>
          <p:nvPr>
            <p:ph sz="quarter" idx="14" hasCustomPrompt="1"/>
          </p:nvPr>
        </p:nvSpPr>
        <p:spPr>
          <a:xfrm>
            <a:off x="3221038" y="1285877"/>
            <a:ext cx="2695575" cy="4800598"/>
          </a:xfrm>
        </p:spPr>
        <p:txBody>
          <a:bodyPr>
            <a:normAutofit/>
          </a:bodyPr>
          <a:lstStyle>
            <a:lvl1pPr marL="0" indent="0">
              <a:buNone/>
              <a:defRPr lang="en-US" sz="1400" b="0" kern="1200" baseline="0" dirty="0" smtClean="0">
                <a:solidFill>
                  <a:schemeClr val="tx1"/>
                </a:solidFill>
                <a:latin typeface="+mn-lt"/>
                <a:ea typeface="ＭＳ Ｐゴシック" pitchFamily="-112" charset="-128"/>
                <a:cs typeface="NII Sans"/>
              </a:defRPr>
            </a:lvl1pPr>
          </a:lstStyle>
          <a:p>
            <a:pPr lvl="0"/>
            <a:r>
              <a:rPr lang="es-ES" dirty="0"/>
              <a:t>Haz clic en los iconos para insertar gráfico, tabla o imagen</a:t>
            </a:r>
          </a:p>
        </p:txBody>
      </p:sp>
      <p:sp>
        <p:nvSpPr>
          <p:cNvPr id="7" name="Date Placeholder 3"/>
          <p:cNvSpPr>
            <a:spLocks noGrp="1"/>
          </p:cNvSpPr>
          <p:nvPr>
            <p:ph type="dt" sz="half" idx="15"/>
          </p:nvPr>
        </p:nvSpPr>
        <p:spPr/>
        <p:txBody>
          <a:bodyPr/>
          <a:lstStyle>
            <a:lvl1pPr>
              <a:defRPr/>
            </a:lvl1pPr>
          </a:lstStyle>
          <a:p>
            <a:fld id="{BED01018-6526-499D-8FFB-8EAF4D16BB6F}" type="datetimeFigureOut">
              <a:rPr lang="en-US" smtClean="0"/>
              <a:pPr/>
              <a:t>5/23/2025</a:t>
            </a:fld>
            <a:endParaRPr lang="en-US"/>
          </a:p>
        </p:txBody>
      </p:sp>
      <p:sp>
        <p:nvSpPr>
          <p:cNvPr id="8" name="Footer Placeholder 4"/>
          <p:cNvSpPr>
            <a:spLocks noGrp="1"/>
          </p:cNvSpPr>
          <p:nvPr>
            <p:ph type="ftr" sz="quarter" idx="16"/>
          </p:nvPr>
        </p:nvSpPr>
        <p:spPr/>
        <p:txBody>
          <a:bodyPr/>
          <a:lstStyle>
            <a:lvl1pPr>
              <a:defRPr/>
            </a:lvl1pPr>
          </a:lstStyle>
          <a:p>
            <a:endParaRPr lang="en-US"/>
          </a:p>
        </p:txBody>
      </p:sp>
      <p:sp>
        <p:nvSpPr>
          <p:cNvPr id="9" name="Slide Number Placeholder 5"/>
          <p:cNvSpPr>
            <a:spLocks noGrp="1"/>
          </p:cNvSpPr>
          <p:nvPr>
            <p:ph type="sldNum" sz="quarter" idx="17"/>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ólo el título">
    <p:spTree>
      <p:nvGrpSpPr>
        <p:cNvPr id="1" name=""/>
        <p:cNvGrpSpPr/>
        <p:nvPr/>
      </p:nvGrpSpPr>
      <p:grpSpPr>
        <a:xfrm>
          <a:off x="0" y="0"/>
          <a:ext cx="0" cy="0"/>
          <a:chOff x="0" y="0"/>
          <a:chExt cx="0" cy="0"/>
        </a:xfrm>
      </p:grpSpPr>
      <p:sp>
        <p:nvSpPr>
          <p:cNvPr id="2" name="Title 1"/>
          <p:cNvSpPr>
            <a:spLocks noGrp="1"/>
          </p:cNvSpPr>
          <p:nvPr>
            <p:ph type="title" hasCustomPrompt="1"/>
          </p:nvPr>
        </p:nvSpPr>
        <p:spPr>
          <a:noFill/>
          <a:ln w="9525">
            <a:noFill/>
            <a:miter lim="800000"/>
            <a:headEnd/>
            <a:tailEnd/>
          </a:ln>
        </p:spPr>
        <p:txBody>
          <a:bodyPr/>
          <a:lstStyle>
            <a:lvl1pPr algn="l" defTabSz="457200" rtl="0" eaLnBrk="0" fontAlgn="base" hangingPunct="0">
              <a:lnSpc>
                <a:spcPct val="90000"/>
              </a:lnSpc>
              <a:spcBef>
                <a:spcPct val="0"/>
              </a:spcBef>
              <a:spcAft>
                <a:spcPct val="0"/>
              </a:spcAft>
              <a:defRPr lang="en-US" sz="2800" b="1" kern="1200" dirty="0">
                <a:solidFill>
                  <a:schemeClr val="tx2"/>
                </a:solidFill>
                <a:latin typeface="+mj-lt"/>
                <a:ea typeface="ＭＳ Ｐゴシック" pitchFamily="-112" charset="-128"/>
                <a:cs typeface="NII Sans"/>
              </a:defRPr>
            </a:lvl1pPr>
          </a:lstStyle>
          <a:p>
            <a:pPr lvl="0"/>
            <a:r>
              <a:rPr lang="es-ES" dirty="0"/>
              <a:t>Haz clic para modificar el estilo de título maestro</a:t>
            </a:r>
            <a:endParaRPr lang="en-US" dirty="0"/>
          </a:p>
        </p:txBody>
      </p:sp>
      <p:sp>
        <p:nvSpPr>
          <p:cNvPr id="3" name="Date Placeholder 3"/>
          <p:cNvSpPr>
            <a:spLocks noGrp="1"/>
          </p:cNvSpPr>
          <p:nvPr>
            <p:ph type="dt" sz="half" idx="10"/>
          </p:nvPr>
        </p:nvSpPr>
        <p:spPr/>
        <p:txBody>
          <a:bodyPr/>
          <a:lstStyle>
            <a:lvl1pPr>
              <a:defRPr/>
            </a:lvl1pPr>
          </a:lstStyle>
          <a:p>
            <a:fld id="{BED01018-6526-499D-8FFB-8EAF4D16BB6F}" type="datetimeFigureOut">
              <a:rPr lang="en-US" smtClean="0"/>
              <a:pPr/>
              <a:t>5/23/2025</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BED01018-6526-499D-8FFB-8EAF4D16BB6F}" type="datetimeFigureOut">
              <a:rPr lang="en-US" smtClean="0"/>
              <a:pPr/>
              <a:t>5/23/2025</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Encabezado de secció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3219450" y="6532563"/>
            <a:ext cx="2701925" cy="122237"/>
          </a:xfrm>
          <a:prstGeom prst="rect">
            <a:avLst/>
          </a:prstGeom>
          <a:noFill/>
        </p:spPr>
        <p:txBody>
          <a:bodyPr lIns="0" tIns="0" rIns="0" bIns="0" anchor="b">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800" b="1">
                <a:solidFill>
                  <a:schemeClr val="bg1"/>
                </a:solidFill>
              </a:rPr>
              <a:t>proprietary and confidential</a:t>
            </a:r>
          </a:p>
        </p:txBody>
      </p:sp>
      <p:sp>
        <p:nvSpPr>
          <p:cNvPr id="3" name="Title 1"/>
          <p:cNvSpPr>
            <a:spLocks noGrp="1"/>
          </p:cNvSpPr>
          <p:nvPr>
            <p:ph type="ctrTitle" hasCustomPrompt="1"/>
          </p:nvPr>
        </p:nvSpPr>
        <p:spPr>
          <a:xfrm>
            <a:off x="309489" y="152400"/>
            <a:ext cx="8503920" cy="2724912"/>
          </a:xfrm>
        </p:spPr>
        <p:txBody>
          <a:bodyPr/>
          <a:lstStyle>
            <a:lvl1pPr algn="l" defTabSz="457200" rtl="0" eaLnBrk="0" fontAlgn="base" hangingPunct="0">
              <a:lnSpc>
                <a:spcPct val="90000"/>
              </a:lnSpc>
              <a:spcBef>
                <a:spcPct val="0"/>
              </a:spcBef>
              <a:spcAft>
                <a:spcPct val="0"/>
              </a:spcAft>
              <a:defRPr lang="en-US" sz="8500" b="0" kern="1200" baseline="0" dirty="0" smtClean="0">
                <a:solidFill>
                  <a:schemeClr val="bg1"/>
                </a:solidFill>
                <a:latin typeface="NII Sans Light"/>
                <a:ea typeface="ＭＳ Ｐゴシック" pitchFamily="-112" charset="-128"/>
                <a:cs typeface="NII Sans Light"/>
              </a:defRPr>
            </a:lvl1pPr>
          </a:lstStyle>
          <a:p>
            <a:r>
              <a:rPr lang="es-ES" dirty="0"/>
              <a:t>Haz clic para editar diapositiva con cabecera de sección </a:t>
            </a:r>
            <a:endParaRPr lang="en-US" dirty="0"/>
          </a:p>
        </p:txBody>
      </p:sp>
      <p:sp>
        <p:nvSpPr>
          <p:cNvPr id="5" name="Date Placeholder 3"/>
          <p:cNvSpPr>
            <a:spLocks noGrp="1"/>
          </p:cNvSpPr>
          <p:nvPr>
            <p:ph type="dt" sz="half" idx="10"/>
          </p:nvPr>
        </p:nvSpPr>
        <p:spPr/>
        <p:txBody>
          <a:bodyPr/>
          <a:lstStyle>
            <a:lvl1pPr>
              <a:defRPr>
                <a:solidFill>
                  <a:schemeClr val="bg1"/>
                </a:solidFill>
              </a:defRPr>
            </a:lvl1pPr>
          </a:lstStyle>
          <a:p>
            <a:fld id="{BED01018-6526-499D-8FFB-8EAF4D16BB6F}" type="datetimeFigureOut">
              <a:rPr lang="en-US" smtClean="0"/>
              <a:pPr/>
              <a:t>5/23/2025</a:t>
            </a:fld>
            <a:endParaRPr lang="en-US"/>
          </a:p>
        </p:txBody>
      </p:sp>
      <p:sp>
        <p:nvSpPr>
          <p:cNvPr id="6"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7" name="Slide Number Placeholder 5"/>
          <p:cNvSpPr>
            <a:spLocks noGrp="1"/>
          </p:cNvSpPr>
          <p:nvPr>
            <p:ph type="sldNum" sz="quarter" idx="12"/>
          </p:nvPr>
        </p:nvSpPr>
        <p:spPr/>
        <p:txBody>
          <a:bodyPr/>
          <a:lstStyle>
            <a:lvl1pPr>
              <a:defRPr>
                <a:solidFill>
                  <a:schemeClr val="bg1"/>
                </a:solidFill>
              </a:defRPr>
            </a:lvl1pPr>
          </a:lstStyle>
          <a:p>
            <a:fld id="{4DEA93E2-8123-426D-9B84-7336F80A186F}" type="slidenum">
              <a:rPr lang="en-US" smtClean="0"/>
              <a:pPr/>
              <a:t>‹Nº›</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ction Header Whit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3219450" y="6532563"/>
            <a:ext cx="2701925" cy="122237"/>
          </a:xfrm>
          <a:prstGeom prst="rect">
            <a:avLst/>
          </a:prstGeom>
          <a:noFill/>
        </p:spPr>
        <p:txBody>
          <a:bodyPr lIns="0" tIns="0" rIns="0" bIns="0" anchor="b">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800" b="1">
                <a:solidFill>
                  <a:schemeClr val="tx2"/>
                </a:solidFill>
              </a:rPr>
              <a:t>proprietary and confidential</a:t>
            </a:r>
          </a:p>
        </p:txBody>
      </p:sp>
      <p:sp>
        <p:nvSpPr>
          <p:cNvPr id="3" name="Title 1"/>
          <p:cNvSpPr>
            <a:spLocks noGrp="1"/>
          </p:cNvSpPr>
          <p:nvPr>
            <p:ph type="ctrTitle" hasCustomPrompt="1"/>
          </p:nvPr>
        </p:nvSpPr>
        <p:spPr>
          <a:xfrm>
            <a:off x="309489" y="152400"/>
            <a:ext cx="8503920" cy="2724912"/>
          </a:xfrm>
        </p:spPr>
        <p:txBody>
          <a:bodyPr/>
          <a:lstStyle>
            <a:lvl1pPr algn="l" defTabSz="457200" rtl="0" eaLnBrk="0" fontAlgn="base" hangingPunct="0">
              <a:lnSpc>
                <a:spcPct val="90000"/>
              </a:lnSpc>
              <a:spcBef>
                <a:spcPct val="0"/>
              </a:spcBef>
              <a:spcAft>
                <a:spcPct val="0"/>
              </a:spcAft>
              <a:defRPr lang="en-US" sz="8500" b="0" kern="1200" baseline="0" dirty="0" smtClean="0">
                <a:solidFill>
                  <a:schemeClr val="tx2"/>
                </a:solidFill>
                <a:latin typeface="NII Sans Light"/>
                <a:ea typeface="ＭＳ Ｐゴシック" pitchFamily="-112" charset="-128"/>
                <a:cs typeface="NII Sans Light"/>
              </a:defRPr>
            </a:lvl1pPr>
          </a:lstStyle>
          <a:p>
            <a:r>
              <a:rPr lang="es-ES" dirty="0"/>
              <a:t>Haz clic para editar diapositiva con cabecera de sección </a:t>
            </a:r>
            <a:endParaRPr lang="en-US" dirty="0"/>
          </a:p>
        </p:txBody>
      </p:sp>
      <p:sp>
        <p:nvSpPr>
          <p:cNvPr id="5" name="Date Placeholder 3"/>
          <p:cNvSpPr>
            <a:spLocks noGrp="1"/>
          </p:cNvSpPr>
          <p:nvPr>
            <p:ph type="dt" sz="half" idx="10"/>
          </p:nvPr>
        </p:nvSpPr>
        <p:spPr/>
        <p:txBody>
          <a:bodyPr/>
          <a:lstStyle>
            <a:lvl1pPr>
              <a:defRPr/>
            </a:lvl1pPr>
          </a:lstStyle>
          <a:p>
            <a:fld id="{BED01018-6526-499D-8FFB-8EAF4D16BB6F}" type="datetimeFigureOut">
              <a:rPr lang="en-US" smtClean="0"/>
              <a:pPr/>
              <a:t>5/23/2025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Blank">
    <p:bg>
      <p:bgPr>
        <a:solidFill>
          <a:schemeClr val="bg1"/>
        </a:solidFill>
        <a:effectLst/>
      </p:bgPr>
    </p:bg>
    <p:spTree>
      <p:nvGrpSpPr>
        <p:cNvPr id="1" name=""/>
        <p:cNvGrpSpPr/>
        <p:nvPr/>
      </p:nvGrpSpPr>
      <p:grpSpPr>
        <a:xfrm>
          <a:off x="0" y="0"/>
          <a:ext cx="0" cy="0"/>
          <a:chOff x="0" y="0"/>
          <a:chExt cx="0" cy="0"/>
        </a:xfrm>
      </p:grpSpPr>
      <p:sp>
        <p:nvSpPr>
          <p:cNvPr id="4" name="TextBox 3"/>
          <p:cNvSpPr txBox="1"/>
          <p:nvPr/>
        </p:nvSpPr>
        <p:spPr>
          <a:xfrm>
            <a:off x="3219450" y="6532563"/>
            <a:ext cx="2701925" cy="122237"/>
          </a:xfrm>
          <a:prstGeom prst="rect">
            <a:avLst/>
          </a:prstGeom>
          <a:noFill/>
        </p:spPr>
        <p:txBody>
          <a:bodyPr lIns="0" tIns="0" rIns="0" bIns="0" anchor="b">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800" b="1">
                <a:solidFill>
                  <a:schemeClr val="tx2"/>
                </a:solidFill>
              </a:rPr>
              <a:t>proprietary and confidential</a:t>
            </a:r>
          </a:p>
        </p:txBody>
      </p:sp>
      <p:sp>
        <p:nvSpPr>
          <p:cNvPr id="3" name="Title 1"/>
          <p:cNvSpPr>
            <a:spLocks noGrp="1"/>
          </p:cNvSpPr>
          <p:nvPr>
            <p:ph type="ctrTitle" hasCustomPrompt="1"/>
          </p:nvPr>
        </p:nvSpPr>
        <p:spPr>
          <a:xfrm>
            <a:off x="309489" y="152400"/>
            <a:ext cx="8503920" cy="2724912"/>
          </a:xfrm>
        </p:spPr>
        <p:txBody>
          <a:bodyPr/>
          <a:lstStyle>
            <a:lvl1pPr algn="l" defTabSz="457200" rtl="0" eaLnBrk="0" fontAlgn="base" hangingPunct="0">
              <a:lnSpc>
                <a:spcPct val="90000"/>
              </a:lnSpc>
              <a:spcBef>
                <a:spcPct val="0"/>
              </a:spcBef>
              <a:spcAft>
                <a:spcPct val="0"/>
              </a:spcAft>
              <a:defRPr lang="en-US" sz="8500" b="0" kern="1200" baseline="0" dirty="0" smtClean="0">
                <a:solidFill>
                  <a:schemeClr val="tx2"/>
                </a:solidFill>
                <a:latin typeface="NII Sans Light"/>
                <a:ea typeface="ＭＳ Ｐゴシック" pitchFamily="-112" charset="-128"/>
                <a:cs typeface="NII Sans Light"/>
              </a:defRPr>
            </a:lvl1pPr>
          </a:lstStyle>
          <a:p>
            <a:r>
              <a:rPr lang="es-ES" dirty="0"/>
              <a:t>Haz clic para editar diapositiva con cabecera de sección </a:t>
            </a:r>
            <a:endParaRPr lang="en-US" dirty="0"/>
          </a:p>
        </p:txBody>
      </p:sp>
      <p:sp>
        <p:nvSpPr>
          <p:cNvPr id="5" name="Date Placeholder 3"/>
          <p:cNvSpPr>
            <a:spLocks noGrp="1"/>
          </p:cNvSpPr>
          <p:nvPr>
            <p:ph type="dt" sz="half" idx="10"/>
          </p:nvPr>
        </p:nvSpPr>
        <p:spPr/>
        <p:txBody>
          <a:bodyPr/>
          <a:lstStyle>
            <a:lvl1pPr>
              <a:defRPr/>
            </a:lvl1pPr>
          </a:lstStyle>
          <a:p>
            <a:fld id="{BED01018-6526-499D-8FFB-8EAF4D16BB6F}" type="datetimeFigureOut">
              <a:rPr lang="en-US" smtClean="0"/>
              <a:pPr/>
              <a:t>5/23/2025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4DEA93E2-8123-426D-9B84-7336F80A186F}" type="slidenum">
              <a:rPr lang="en-US" smtClean="0"/>
              <a:pPr/>
              <a:t>‹Nº›</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Slide Taglin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5" name="Picture 8" descr="Nextel_logo_circle_r_Tagline_right_ESP_white_large.png"/>
          <p:cNvPicPr>
            <a:picLocks noChangeAspect="1"/>
          </p:cNvPicPr>
          <p:nvPr/>
        </p:nvPicPr>
        <p:blipFill>
          <a:blip r:embed="rId3" cstate="print"/>
          <a:srcRect r="49152"/>
          <a:stretch>
            <a:fillRect/>
          </a:stretch>
        </p:blipFill>
        <p:spPr bwMode="auto">
          <a:xfrm>
            <a:off x="157163" y="6007100"/>
            <a:ext cx="2265362" cy="801688"/>
          </a:xfrm>
          <a:prstGeom prst="rect">
            <a:avLst/>
          </a:prstGeom>
          <a:noFill/>
          <a:ln w="9525">
            <a:noFill/>
            <a:miter lim="800000"/>
            <a:headEnd/>
            <a:tailEnd/>
          </a:ln>
        </p:spPr>
      </p:pic>
      <p:pic>
        <p:nvPicPr>
          <p:cNvPr id="6" name="Picture 9" descr="Nextel_logo_circle_r_Tagline_right_ESP_white_large.png"/>
          <p:cNvPicPr>
            <a:picLocks noChangeAspect="1"/>
          </p:cNvPicPr>
          <p:nvPr/>
        </p:nvPicPr>
        <p:blipFill>
          <a:blip r:embed="rId3" cstate="print"/>
          <a:srcRect l="52502"/>
          <a:stretch>
            <a:fillRect/>
          </a:stretch>
        </p:blipFill>
        <p:spPr bwMode="auto">
          <a:xfrm>
            <a:off x="6869113" y="6007100"/>
            <a:ext cx="2116137" cy="801688"/>
          </a:xfrm>
          <a:prstGeom prst="rect">
            <a:avLst/>
          </a:prstGeom>
          <a:noFill/>
          <a:ln w="9525">
            <a:noFill/>
            <a:miter lim="800000"/>
            <a:headEnd/>
            <a:tailEnd/>
          </a:ln>
        </p:spPr>
      </p:pic>
      <p:sp>
        <p:nvSpPr>
          <p:cNvPr id="3" name="Title 1"/>
          <p:cNvSpPr>
            <a:spLocks noGrp="1"/>
          </p:cNvSpPr>
          <p:nvPr>
            <p:ph type="ctrTitle" hasCustomPrompt="1"/>
          </p:nvPr>
        </p:nvSpPr>
        <p:spPr>
          <a:xfrm>
            <a:off x="309489" y="152400"/>
            <a:ext cx="8503920" cy="2724912"/>
          </a:xfrm>
        </p:spPr>
        <p:txBody>
          <a:bodyPr/>
          <a:lstStyle>
            <a:lvl1pPr algn="l" defTabSz="457200" rtl="0" eaLnBrk="0" fontAlgn="base" hangingPunct="0">
              <a:lnSpc>
                <a:spcPct val="90000"/>
              </a:lnSpc>
              <a:spcBef>
                <a:spcPct val="0"/>
              </a:spcBef>
              <a:spcAft>
                <a:spcPct val="0"/>
              </a:spcAft>
              <a:defRPr lang="en-US" sz="8500" b="0" kern="1200" baseline="0" dirty="0" smtClean="0">
                <a:solidFill>
                  <a:schemeClr val="bg1"/>
                </a:solidFill>
                <a:latin typeface="NII Sans Light"/>
                <a:ea typeface="ＭＳ Ｐゴシック" pitchFamily="-112" charset="-128"/>
                <a:cs typeface="NII Sans Light"/>
              </a:defRPr>
            </a:lvl1pPr>
          </a:lstStyle>
          <a:p>
            <a:r>
              <a:rPr lang="es-ES" dirty="0"/>
              <a:t>Haz clic para modificar el estilo de título maestro</a:t>
            </a:r>
            <a:endParaRPr lang="en-US" dirty="0"/>
          </a:p>
        </p:txBody>
      </p:sp>
      <p:sp>
        <p:nvSpPr>
          <p:cNvPr id="4" name="Subtitle 2"/>
          <p:cNvSpPr>
            <a:spLocks noGrp="1"/>
          </p:cNvSpPr>
          <p:nvPr>
            <p:ph type="subTitle" idx="1" hasCustomPrompt="1"/>
          </p:nvPr>
        </p:nvSpPr>
        <p:spPr>
          <a:xfrm>
            <a:off x="341313" y="2406839"/>
            <a:ext cx="5577840" cy="1612900"/>
          </a:xfrm>
        </p:spPr>
        <p:txBody>
          <a:bodyPr anchor="b">
            <a:noAutofit/>
          </a:bodyPr>
          <a:lstStyle>
            <a:lvl1pPr marL="0" indent="0" algn="l">
              <a:lnSpc>
                <a:spcPct val="100000"/>
              </a:lnSpc>
              <a:spcAft>
                <a:spcPts val="0"/>
              </a:spcAft>
              <a:buNone/>
              <a:defRPr sz="17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Haz clic para editar subtítulos</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Slide Tagline Whit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5" name="Picture 8" descr="Nextel_logo_circle_r_Tagline_right_ESP_orange_large.png"/>
          <p:cNvPicPr>
            <a:picLocks noChangeAspect="1"/>
          </p:cNvPicPr>
          <p:nvPr/>
        </p:nvPicPr>
        <p:blipFill>
          <a:blip r:embed="rId3" cstate="print"/>
          <a:srcRect r="49152"/>
          <a:stretch>
            <a:fillRect/>
          </a:stretch>
        </p:blipFill>
        <p:spPr bwMode="auto">
          <a:xfrm>
            <a:off x="150813" y="6007100"/>
            <a:ext cx="2266950" cy="801688"/>
          </a:xfrm>
          <a:prstGeom prst="rect">
            <a:avLst/>
          </a:prstGeom>
          <a:noFill/>
          <a:ln w="9525">
            <a:noFill/>
            <a:miter lim="800000"/>
            <a:headEnd/>
            <a:tailEnd/>
          </a:ln>
        </p:spPr>
      </p:pic>
      <p:pic>
        <p:nvPicPr>
          <p:cNvPr id="6" name="Picture 9" descr="Nextel_logo_circle_r_Tagline_right_ESP_orange_large.png"/>
          <p:cNvPicPr>
            <a:picLocks noChangeAspect="1"/>
          </p:cNvPicPr>
          <p:nvPr/>
        </p:nvPicPr>
        <p:blipFill>
          <a:blip r:embed="rId4" cstate="print"/>
          <a:srcRect l="52502"/>
          <a:stretch>
            <a:fillRect/>
          </a:stretch>
        </p:blipFill>
        <p:spPr bwMode="auto">
          <a:xfrm>
            <a:off x="6869113" y="6007100"/>
            <a:ext cx="2116137" cy="801688"/>
          </a:xfrm>
          <a:prstGeom prst="rect">
            <a:avLst/>
          </a:prstGeom>
          <a:noFill/>
          <a:ln w="9525">
            <a:noFill/>
            <a:miter lim="800000"/>
            <a:headEnd/>
            <a:tailEnd/>
          </a:ln>
        </p:spPr>
      </p:pic>
      <p:sp>
        <p:nvSpPr>
          <p:cNvPr id="3" name="Title 1"/>
          <p:cNvSpPr>
            <a:spLocks noGrp="1"/>
          </p:cNvSpPr>
          <p:nvPr>
            <p:ph type="ctrTitle" hasCustomPrompt="1"/>
          </p:nvPr>
        </p:nvSpPr>
        <p:spPr>
          <a:xfrm>
            <a:off x="309489" y="152400"/>
            <a:ext cx="8503920" cy="2724912"/>
          </a:xfrm>
        </p:spPr>
        <p:txBody>
          <a:bodyPr/>
          <a:lstStyle>
            <a:lvl1pPr algn="l" defTabSz="457200" rtl="0" eaLnBrk="0" fontAlgn="base" hangingPunct="0">
              <a:lnSpc>
                <a:spcPct val="90000"/>
              </a:lnSpc>
              <a:spcBef>
                <a:spcPct val="0"/>
              </a:spcBef>
              <a:spcAft>
                <a:spcPct val="0"/>
              </a:spcAft>
              <a:defRPr lang="en-US" sz="8500" b="0" kern="1200" baseline="0" dirty="0" smtClean="0">
                <a:solidFill>
                  <a:schemeClr val="tx2"/>
                </a:solidFill>
                <a:latin typeface="NII Sans Light"/>
                <a:ea typeface="ＭＳ Ｐゴシック" pitchFamily="-112" charset="-128"/>
                <a:cs typeface="NII Sans Light"/>
              </a:defRPr>
            </a:lvl1pPr>
          </a:lstStyle>
          <a:p>
            <a:r>
              <a:rPr lang="es-ES" dirty="0"/>
              <a:t>Haz clic para modificar el estilo de título maestro</a:t>
            </a:r>
            <a:endParaRPr lang="en-US" dirty="0"/>
          </a:p>
        </p:txBody>
      </p:sp>
      <p:sp>
        <p:nvSpPr>
          <p:cNvPr id="4" name="Subtitle 2"/>
          <p:cNvSpPr>
            <a:spLocks noGrp="1"/>
          </p:cNvSpPr>
          <p:nvPr>
            <p:ph type="subTitle" idx="1" hasCustomPrompt="1"/>
          </p:nvPr>
        </p:nvSpPr>
        <p:spPr>
          <a:xfrm>
            <a:off x="341313" y="2406839"/>
            <a:ext cx="5577840" cy="1612900"/>
          </a:xfrm>
        </p:spPr>
        <p:txBody>
          <a:bodyPr anchor="b">
            <a:noAutofit/>
          </a:bodyPr>
          <a:lstStyle>
            <a:lvl1pPr marL="0" indent="0" algn="l">
              <a:lnSpc>
                <a:spcPct val="100000"/>
              </a:lnSpc>
              <a:spcAft>
                <a:spcPts val="0"/>
              </a:spcAft>
              <a:buNone/>
              <a:defRPr sz="17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Haz clic para editar subtítulos</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Slide Pattern">
    <p:bg>
      <p:bgPr>
        <a:solidFill>
          <a:schemeClr val="tx2"/>
        </a:solidFill>
        <a:effectLst/>
      </p:bgPr>
    </p:bg>
    <p:spTree>
      <p:nvGrpSpPr>
        <p:cNvPr id="1" name=""/>
        <p:cNvGrpSpPr/>
        <p:nvPr/>
      </p:nvGrpSpPr>
      <p:grpSpPr>
        <a:xfrm>
          <a:off x="0" y="0"/>
          <a:ext cx="0" cy="0"/>
          <a:chOff x="0" y="0"/>
          <a:chExt cx="0" cy="0"/>
        </a:xfrm>
      </p:grpSpPr>
      <p:pic>
        <p:nvPicPr>
          <p:cNvPr id="3" name="Picture 8" descr="pattern_orange.png"/>
          <p:cNvPicPr>
            <a:picLocks noChangeAspect="1"/>
          </p:cNvPicPr>
          <p:nvPr/>
        </p:nvPicPr>
        <p:blipFill>
          <a:blip r:embed="rId2" cstate="print"/>
          <a:srcRect/>
          <a:stretch>
            <a:fillRect/>
          </a:stretch>
        </p:blipFill>
        <p:spPr bwMode="auto">
          <a:xfrm>
            <a:off x="0" y="1616075"/>
            <a:ext cx="9144000" cy="3443288"/>
          </a:xfrm>
          <a:prstGeom prst="rect">
            <a:avLst/>
          </a:prstGeom>
          <a:noFill/>
          <a:ln w="9525">
            <a:noFill/>
            <a:miter lim="800000"/>
            <a:headEnd/>
            <a:tailEnd/>
          </a:ln>
        </p:spPr>
      </p:pic>
      <p:pic>
        <p:nvPicPr>
          <p:cNvPr id="5" name="Picture 9" descr="Nextel_logo_circle_r_white_large.png"/>
          <p:cNvPicPr>
            <a:picLocks noChangeAspect="1"/>
          </p:cNvPicPr>
          <p:nvPr/>
        </p:nvPicPr>
        <p:blipFill>
          <a:blip r:embed="rId3" cstate="print"/>
          <a:srcRect/>
          <a:stretch>
            <a:fillRect/>
          </a:stretch>
        </p:blipFill>
        <p:spPr bwMode="auto">
          <a:xfrm>
            <a:off x="61913" y="168275"/>
            <a:ext cx="3584575" cy="1238250"/>
          </a:xfrm>
          <a:prstGeom prst="rect">
            <a:avLst/>
          </a:prstGeom>
          <a:noFill/>
          <a:ln w="9525">
            <a:noFill/>
            <a:miter lim="800000"/>
            <a:headEnd/>
            <a:tailEnd/>
          </a:ln>
        </p:spPr>
      </p:pic>
      <p:sp>
        <p:nvSpPr>
          <p:cNvPr id="4" name="Subtitle 2"/>
          <p:cNvSpPr>
            <a:spLocks noGrp="1"/>
          </p:cNvSpPr>
          <p:nvPr>
            <p:ph type="subTitle" idx="1" hasCustomPrompt="1"/>
          </p:nvPr>
        </p:nvSpPr>
        <p:spPr>
          <a:xfrm>
            <a:off x="341313" y="4800600"/>
            <a:ext cx="5577840" cy="1612900"/>
          </a:xfrm>
        </p:spPr>
        <p:txBody>
          <a:bodyPr anchor="b">
            <a:noAutofit/>
          </a:bodyPr>
          <a:lstStyle>
            <a:lvl1pPr marL="0" indent="0" algn="l">
              <a:lnSpc>
                <a:spcPct val="100000"/>
              </a:lnSpc>
              <a:spcAft>
                <a:spcPts val="0"/>
              </a:spcAft>
              <a:buNone/>
              <a:defRPr sz="1700"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Haz clic para editar subtítulos</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Slide Pattern White">
    <p:bg>
      <p:bgPr>
        <a:solidFill>
          <a:schemeClr val="bg1"/>
        </a:solidFill>
        <a:effectLst/>
      </p:bgPr>
    </p:bg>
    <p:spTree>
      <p:nvGrpSpPr>
        <p:cNvPr id="1" name=""/>
        <p:cNvGrpSpPr/>
        <p:nvPr/>
      </p:nvGrpSpPr>
      <p:grpSpPr>
        <a:xfrm>
          <a:off x="0" y="0"/>
          <a:ext cx="0" cy="0"/>
          <a:chOff x="0" y="0"/>
          <a:chExt cx="0" cy="0"/>
        </a:xfrm>
      </p:grpSpPr>
      <p:pic>
        <p:nvPicPr>
          <p:cNvPr id="3" name="Picture 8" descr="pattern_white.png"/>
          <p:cNvPicPr>
            <a:picLocks noChangeAspect="1"/>
          </p:cNvPicPr>
          <p:nvPr/>
        </p:nvPicPr>
        <p:blipFill>
          <a:blip r:embed="rId2" cstate="print"/>
          <a:srcRect/>
          <a:stretch>
            <a:fillRect/>
          </a:stretch>
        </p:blipFill>
        <p:spPr bwMode="auto">
          <a:xfrm>
            <a:off x="0" y="1620838"/>
            <a:ext cx="9144000" cy="3444875"/>
          </a:xfrm>
          <a:prstGeom prst="rect">
            <a:avLst/>
          </a:prstGeom>
          <a:noFill/>
          <a:ln w="9525">
            <a:noFill/>
            <a:miter lim="800000"/>
            <a:headEnd/>
            <a:tailEnd/>
          </a:ln>
        </p:spPr>
      </p:pic>
      <p:pic>
        <p:nvPicPr>
          <p:cNvPr id="5" name="Picture 9" descr="Nextel_logo_circle_r_orange_large.png"/>
          <p:cNvPicPr>
            <a:picLocks noChangeAspect="1"/>
          </p:cNvPicPr>
          <p:nvPr/>
        </p:nvPicPr>
        <p:blipFill>
          <a:blip r:embed="rId3" cstate="print"/>
          <a:srcRect/>
          <a:stretch>
            <a:fillRect/>
          </a:stretch>
        </p:blipFill>
        <p:spPr bwMode="auto">
          <a:xfrm>
            <a:off x="65088" y="168275"/>
            <a:ext cx="3584575" cy="1238250"/>
          </a:xfrm>
          <a:prstGeom prst="rect">
            <a:avLst/>
          </a:prstGeom>
          <a:noFill/>
          <a:ln w="9525">
            <a:noFill/>
            <a:miter lim="800000"/>
            <a:headEnd/>
            <a:tailEnd/>
          </a:ln>
        </p:spPr>
      </p:pic>
      <p:sp>
        <p:nvSpPr>
          <p:cNvPr id="4" name="Subtitle 2"/>
          <p:cNvSpPr>
            <a:spLocks noGrp="1"/>
          </p:cNvSpPr>
          <p:nvPr>
            <p:ph type="subTitle" idx="1" hasCustomPrompt="1"/>
          </p:nvPr>
        </p:nvSpPr>
        <p:spPr>
          <a:xfrm>
            <a:off x="341313" y="4800600"/>
            <a:ext cx="5577840" cy="1612900"/>
          </a:xfrm>
        </p:spPr>
        <p:txBody>
          <a:bodyPr anchor="b">
            <a:noAutofit/>
          </a:bodyPr>
          <a:lstStyle>
            <a:lvl1pPr marL="0" indent="0" algn="l">
              <a:lnSpc>
                <a:spcPct val="100000"/>
              </a:lnSpc>
              <a:spcAft>
                <a:spcPts val="0"/>
              </a:spcAft>
              <a:buNone/>
              <a:defRPr sz="17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Haz clic para editar subtítulos</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p:spPr>
        <p:txBody>
          <a:bodyPr vert="horz" wrap="square" lIns="0" tIns="0" rIns="0" bIns="0" numCol="1" anchor="t" anchorCtr="0" compatLnSpc="1">
            <a:prstTxWarp prst="textNoShape">
              <a:avLst/>
            </a:prstTxWarp>
          </a:bodyPr>
          <a:lstStyle>
            <a:lvl1pPr algn="l" defTabSz="457200" rtl="0" eaLnBrk="0" fontAlgn="base" hangingPunct="0">
              <a:lnSpc>
                <a:spcPct val="90000"/>
              </a:lnSpc>
              <a:spcBef>
                <a:spcPct val="0"/>
              </a:spcBef>
              <a:spcAft>
                <a:spcPct val="0"/>
              </a:spcAft>
              <a:defRPr lang="en-US" sz="2800" b="1" kern="1200" dirty="0">
                <a:solidFill>
                  <a:schemeClr val="tx2"/>
                </a:solidFill>
                <a:latin typeface="Arial" pitchFamily="34" charset="0"/>
                <a:ea typeface="ＭＳ Ｐゴシック" pitchFamily="-112" charset="-128"/>
                <a:cs typeface="Arial" pitchFamily="34" charset="0"/>
              </a:defRPr>
            </a:lvl1pPr>
          </a:lstStyle>
          <a:p>
            <a:pPr lvl="0" algn="l" defTabSz="457200" rtl="0" eaLnBrk="0" fontAlgn="base" latinLnBrk="0" hangingPunct="0">
              <a:lnSpc>
                <a:spcPct val="90000"/>
              </a:lnSpc>
              <a:spcBef>
                <a:spcPct val="0"/>
              </a:spcBef>
              <a:spcAft>
                <a:spcPct val="0"/>
              </a:spcAft>
              <a:buNone/>
            </a:pPr>
            <a:r>
              <a:rPr lang="en-US"/>
              <a:t>Click to edit Master title style</a:t>
            </a:r>
            <a:endParaRPr lang="en-US" dirty="0"/>
          </a:p>
        </p:txBody>
      </p:sp>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925312" y="6355080"/>
            <a:ext cx="2569464" cy="173736"/>
          </a:xfrm>
          <a:prstGeom prst="rect">
            <a:avLst/>
          </a:prstGeom>
        </p:spPr>
        <p:txBody>
          <a:bodyPr/>
          <a:lstStyle>
            <a:lvl1pPr>
              <a:defRPr>
                <a:latin typeface="Arial" pitchFamily="34" charset="0"/>
                <a:cs typeface="Arial" pitchFamily="34" charset="0"/>
              </a:defRPr>
            </a:lvl1pPr>
          </a:lstStyle>
          <a:p>
            <a:r>
              <a:rPr lang="en-US"/>
              <a:t>02/16/2012</a:t>
            </a:r>
            <a:endParaRPr lang="en-US" dirty="0"/>
          </a:p>
        </p:txBody>
      </p:sp>
      <p:sp>
        <p:nvSpPr>
          <p:cNvPr id="6" name="Slide Number Placeholder 5"/>
          <p:cNvSpPr>
            <a:spLocks noGrp="1"/>
          </p:cNvSpPr>
          <p:nvPr>
            <p:ph type="sldNum" sz="quarter" idx="12"/>
          </p:nvPr>
        </p:nvSpPr>
        <p:spPr/>
        <p:txBody>
          <a:bodyPr/>
          <a:lstStyle>
            <a:lvl1pPr>
              <a:defRPr>
                <a:latin typeface="Arial" pitchFamily="34" charset="0"/>
                <a:cs typeface="Arial" pitchFamily="34" charset="0"/>
              </a:defRPr>
            </a:lvl1pPr>
          </a:lstStyle>
          <a:p>
            <a:pPr>
              <a:defRPr/>
            </a:pPr>
            <a:fld id="{803C50D9-0335-41AC-AF7C-205795D38823}" type="slidenum">
              <a:rPr lang="en-US" smtClean="0"/>
              <a:pPr>
                <a:defRPr/>
              </a:pPr>
              <a:t>‹Nº›</a:t>
            </a:fld>
            <a:endParaRPr lang="en-US" dirty="0"/>
          </a:p>
        </p:txBody>
      </p:sp>
    </p:spTree>
    <p:extLst>
      <p:ext uri="{BB962C8B-B14F-4D97-AF65-F5344CB8AC3E}">
        <p14:creationId xmlns:p14="http://schemas.microsoft.com/office/powerpoint/2010/main" val="700964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41313" y="261938"/>
            <a:ext cx="8461375" cy="7762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s-ES" dirty="0"/>
              <a:t>Haz clic para modificar el estilo de título maestro</a:t>
            </a:r>
            <a:endParaRPr lang="en-US" dirty="0"/>
          </a:p>
        </p:txBody>
      </p:sp>
      <p:sp>
        <p:nvSpPr>
          <p:cNvPr id="1027" name="Text Placeholder 2"/>
          <p:cNvSpPr>
            <a:spLocks noGrp="1"/>
          </p:cNvSpPr>
          <p:nvPr>
            <p:ph type="body" idx="1"/>
          </p:nvPr>
        </p:nvSpPr>
        <p:spPr bwMode="auto">
          <a:xfrm>
            <a:off x="341313" y="1285875"/>
            <a:ext cx="8461375" cy="48006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s-ES" dirty="0"/>
              <a:t>Haz clic para modificar el estilo de texto maestro</a:t>
            </a:r>
          </a:p>
          <a:p>
            <a:pPr lvl="1"/>
            <a:r>
              <a:rPr lang="en-US" dirty="0"/>
              <a:t>Segundo </a:t>
            </a:r>
            <a:r>
              <a:rPr lang="en-US" dirty="0" err="1"/>
              <a:t>nivel</a:t>
            </a:r>
            <a:endParaRPr lang="en-US" dirty="0"/>
          </a:p>
          <a:p>
            <a:pPr lvl="2"/>
            <a:r>
              <a:rPr lang="en-US" dirty="0" err="1"/>
              <a:t>Tercer</a:t>
            </a:r>
            <a:r>
              <a:rPr lang="en-US" dirty="0"/>
              <a:t> </a:t>
            </a:r>
            <a:r>
              <a:rPr lang="en-US" dirty="0" err="1"/>
              <a:t>nivel</a:t>
            </a:r>
            <a:endParaRPr lang="en-US" dirty="0"/>
          </a:p>
          <a:p>
            <a:pPr lvl="3"/>
            <a:r>
              <a:rPr lang="en-US" dirty="0"/>
              <a:t>Cuarto </a:t>
            </a:r>
            <a:r>
              <a:rPr lang="en-US" dirty="0" err="1"/>
              <a:t>nivel</a:t>
            </a:r>
            <a:endParaRPr lang="en-US" dirty="0"/>
          </a:p>
          <a:p>
            <a:pPr lvl="4"/>
            <a:r>
              <a:rPr lang="en-US" dirty="0" err="1"/>
              <a:t>Quinto</a:t>
            </a:r>
            <a:r>
              <a:rPr lang="en-US" dirty="0"/>
              <a:t> </a:t>
            </a:r>
            <a:r>
              <a:rPr lang="en-US" dirty="0" err="1"/>
              <a:t>nivel</a:t>
            </a:r>
            <a:endParaRPr lang="en-US" dirty="0"/>
          </a:p>
        </p:txBody>
      </p:sp>
      <p:sp>
        <p:nvSpPr>
          <p:cNvPr id="4" name="Date Placeholder 3"/>
          <p:cNvSpPr>
            <a:spLocks noGrp="1"/>
          </p:cNvSpPr>
          <p:nvPr>
            <p:ph type="dt" sz="half" idx="2"/>
          </p:nvPr>
        </p:nvSpPr>
        <p:spPr>
          <a:xfrm>
            <a:off x="5924550" y="6354763"/>
            <a:ext cx="2570163" cy="174625"/>
          </a:xfrm>
          <a:prstGeom prst="rect">
            <a:avLst/>
          </a:prstGeom>
        </p:spPr>
        <p:txBody>
          <a:bodyPr vert="horz" wrap="none" lIns="0" tIns="0" rIns="0" bIns="0" numCol="1" anchor="b" anchorCtr="0" compatLnSpc="1">
            <a:prstTxWarp prst="textNoShape">
              <a:avLst/>
            </a:prstTxWarp>
          </a:bodyPr>
          <a:lstStyle>
            <a:lvl1pPr algn="r">
              <a:defRPr sz="800">
                <a:solidFill>
                  <a:schemeClr val="tx2"/>
                </a:solidFill>
                <a:latin typeface="NII Sans" charset="0"/>
                <a:ea typeface="ＭＳ Ｐゴシック" charset="0"/>
                <a:cs typeface="ＭＳ Ｐゴシック" charset="0"/>
              </a:defRPr>
            </a:lvl1pPr>
          </a:lstStyle>
          <a:p>
            <a:fld id="{BED01018-6526-499D-8FFB-8EAF4D16BB6F}" type="datetimeFigureOut">
              <a:rPr lang="en-US" smtClean="0"/>
              <a:pPr/>
              <a:t>5/23/2025</a:t>
            </a:fld>
            <a:endParaRPr lang="en-US"/>
          </a:p>
        </p:txBody>
      </p:sp>
      <p:sp>
        <p:nvSpPr>
          <p:cNvPr id="5" name="Footer Placeholder 4"/>
          <p:cNvSpPr>
            <a:spLocks noGrp="1"/>
          </p:cNvSpPr>
          <p:nvPr>
            <p:ph type="ftr" sz="quarter" idx="3"/>
          </p:nvPr>
        </p:nvSpPr>
        <p:spPr>
          <a:xfrm>
            <a:off x="4667250" y="6473825"/>
            <a:ext cx="3827463" cy="182563"/>
          </a:xfrm>
          <a:prstGeom prst="rect">
            <a:avLst/>
          </a:prstGeom>
        </p:spPr>
        <p:txBody>
          <a:bodyPr vert="horz" wrap="square" lIns="0" tIns="0" rIns="0" bIns="0" numCol="1" anchor="b" anchorCtr="0" compatLnSpc="1">
            <a:prstTxWarp prst="textNoShape">
              <a:avLst/>
            </a:prstTxWarp>
          </a:bodyPr>
          <a:lstStyle>
            <a:lvl1pPr algn="r">
              <a:defRPr sz="800" b="1">
                <a:solidFill>
                  <a:schemeClr val="tx2"/>
                </a:solidFill>
                <a:latin typeface="NII Sans" charset="0"/>
                <a:ea typeface="ＭＳ Ｐゴシック" charset="0"/>
                <a:cs typeface="ＭＳ Ｐゴシック" charset="0"/>
              </a:defRPr>
            </a:lvl1pPr>
          </a:lstStyle>
          <a:p>
            <a:endParaRPr lang="en-US"/>
          </a:p>
        </p:txBody>
      </p:sp>
      <p:sp>
        <p:nvSpPr>
          <p:cNvPr id="6" name="Slide Number Placeholder 5"/>
          <p:cNvSpPr>
            <a:spLocks noGrp="1"/>
          </p:cNvSpPr>
          <p:nvPr>
            <p:ph type="sldNum" sz="quarter" idx="4"/>
          </p:nvPr>
        </p:nvSpPr>
        <p:spPr>
          <a:xfrm>
            <a:off x="8504238" y="6473825"/>
            <a:ext cx="301625" cy="182563"/>
          </a:xfrm>
          <a:prstGeom prst="rect">
            <a:avLst/>
          </a:prstGeom>
        </p:spPr>
        <p:txBody>
          <a:bodyPr vert="horz" wrap="square" lIns="0" tIns="0" rIns="0" bIns="0" numCol="1" anchor="b" anchorCtr="0" compatLnSpc="1">
            <a:prstTxWarp prst="textNoShape">
              <a:avLst/>
            </a:prstTxWarp>
          </a:bodyPr>
          <a:lstStyle>
            <a:lvl1pPr algn="r">
              <a:defRPr sz="800" b="1">
                <a:solidFill>
                  <a:schemeClr val="tx2"/>
                </a:solidFill>
                <a:latin typeface="NII Sans" pitchFamily="2" charset="0"/>
              </a:defRPr>
            </a:lvl1pPr>
          </a:lstStyle>
          <a:p>
            <a:fld id="{4DEA93E2-8123-426D-9B84-7336F80A186F}" type="slidenum">
              <a:rPr lang="en-US" smtClean="0"/>
              <a:pPr/>
              <a:t>‹Nº›</a:t>
            </a:fld>
            <a:endParaRPr lang="en-US"/>
          </a:p>
        </p:txBody>
      </p:sp>
      <p:sp>
        <p:nvSpPr>
          <p:cNvPr id="8" name="TextBox 7"/>
          <p:cNvSpPr txBox="1"/>
          <p:nvPr/>
        </p:nvSpPr>
        <p:spPr>
          <a:xfrm>
            <a:off x="3219450" y="6532563"/>
            <a:ext cx="2701925" cy="122237"/>
          </a:xfrm>
          <a:prstGeom prst="rect">
            <a:avLst/>
          </a:prstGeom>
          <a:noFill/>
        </p:spPr>
        <p:txBody>
          <a:bodyPr lIns="0" tIns="0" rIns="0" bIns="0" anchor="b">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800" b="1" dirty="0" err="1">
                <a:solidFill>
                  <a:schemeClr val="tx2"/>
                </a:solidFill>
              </a:rPr>
              <a:t>privado</a:t>
            </a:r>
            <a:r>
              <a:rPr lang="en-US" sz="800" b="1" dirty="0">
                <a:solidFill>
                  <a:schemeClr val="tx2"/>
                </a:solidFill>
              </a:rPr>
              <a:t> y </a:t>
            </a:r>
            <a:r>
              <a:rPr lang="en-US" sz="800" b="1" dirty="0" err="1">
                <a:solidFill>
                  <a:schemeClr val="tx2"/>
                </a:solidFill>
              </a:rPr>
              <a:t>confidencial</a:t>
            </a:r>
            <a:endParaRPr lang="en-US" sz="800" b="1" dirty="0">
              <a:solidFill>
                <a:schemeClr val="tx2"/>
              </a:solidFill>
            </a:endParaRPr>
          </a:p>
        </p:txBody>
      </p:sp>
      <p:pic>
        <p:nvPicPr>
          <p:cNvPr id="1032" name="Picture 11" descr="Nextel_logo_circle_r_orange_rgb.png"/>
          <p:cNvPicPr>
            <a:picLocks noChangeAspect="1"/>
          </p:cNvPicPr>
          <p:nvPr/>
        </p:nvPicPr>
        <p:blipFill>
          <a:blip r:embed="rId24" cstate="print"/>
          <a:srcRect/>
          <a:stretch>
            <a:fillRect/>
          </a:stretch>
        </p:blipFill>
        <p:spPr bwMode="auto">
          <a:xfrm>
            <a:off x="236538" y="6249988"/>
            <a:ext cx="1435100" cy="4953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txStyles>
    <p:titleStyle>
      <a:lvl1pPr algn="l" defTabSz="457200" rtl="0" eaLnBrk="1" fontAlgn="base" hangingPunct="1">
        <a:lnSpc>
          <a:spcPct val="90000"/>
        </a:lnSpc>
        <a:spcBef>
          <a:spcPct val="0"/>
        </a:spcBef>
        <a:spcAft>
          <a:spcPct val="0"/>
        </a:spcAft>
        <a:defRPr lang="en-US" sz="2800" b="1" kern="1200" dirty="0">
          <a:solidFill>
            <a:schemeClr val="tx2"/>
          </a:solidFill>
          <a:latin typeface="+mj-lt"/>
          <a:ea typeface="ＭＳ Ｐゴシック" pitchFamily="-112" charset="-128"/>
          <a:cs typeface="ＭＳ Ｐゴシック" charset="0"/>
        </a:defRPr>
      </a:lvl1pPr>
      <a:lvl2pPr algn="l" defTabSz="457200" rtl="0" eaLnBrk="1" fontAlgn="base" hangingPunct="1">
        <a:lnSpc>
          <a:spcPct val="90000"/>
        </a:lnSpc>
        <a:spcBef>
          <a:spcPct val="0"/>
        </a:spcBef>
        <a:spcAft>
          <a:spcPct val="0"/>
        </a:spcAft>
        <a:defRPr sz="2800" b="1">
          <a:solidFill>
            <a:schemeClr val="tx2"/>
          </a:solidFill>
          <a:latin typeface="NII Sans" charset="0"/>
          <a:ea typeface="ＭＳ Ｐゴシック" charset="0"/>
          <a:cs typeface="ＭＳ Ｐゴシック" charset="0"/>
        </a:defRPr>
      </a:lvl2pPr>
      <a:lvl3pPr algn="l" defTabSz="457200" rtl="0" eaLnBrk="1" fontAlgn="base" hangingPunct="1">
        <a:lnSpc>
          <a:spcPct val="90000"/>
        </a:lnSpc>
        <a:spcBef>
          <a:spcPct val="0"/>
        </a:spcBef>
        <a:spcAft>
          <a:spcPct val="0"/>
        </a:spcAft>
        <a:defRPr sz="2800" b="1">
          <a:solidFill>
            <a:schemeClr val="tx2"/>
          </a:solidFill>
          <a:latin typeface="NII Sans" charset="0"/>
          <a:ea typeface="ＭＳ Ｐゴシック" charset="0"/>
          <a:cs typeface="ＭＳ Ｐゴシック" charset="0"/>
        </a:defRPr>
      </a:lvl3pPr>
      <a:lvl4pPr algn="l" defTabSz="457200" rtl="0" eaLnBrk="1" fontAlgn="base" hangingPunct="1">
        <a:lnSpc>
          <a:spcPct val="90000"/>
        </a:lnSpc>
        <a:spcBef>
          <a:spcPct val="0"/>
        </a:spcBef>
        <a:spcAft>
          <a:spcPct val="0"/>
        </a:spcAft>
        <a:defRPr sz="2800" b="1">
          <a:solidFill>
            <a:schemeClr val="tx2"/>
          </a:solidFill>
          <a:latin typeface="NII Sans" charset="0"/>
          <a:ea typeface="ＭＳ Ｐゴシック" charset="0"/>
          <a:cs typeface="ＭＳ Ｐゴシック" charset="0"/>
        </a:defRPr>
      </a:lvl4pPr>
      <a:lvl5pPr algn="l" defTabSz="457200" rtl="0" eaLnBrk="1" fontAlgn="base" hangingPunct="1">
        <a:lnSpc>
          <a:spcPct val="90000"/>
        </a:lnSpc>
        <a:spcBef>
          <a:spcPct val="0"/>
        </a:spcBef>
        <a:spcAft>
          <a:spcPct val="0"/>
        </a:spcAft>
        <a:defRPr sz="2800" b="1">
          <a:solidFill>
            <a:schemeClr val="tx2"/>
          </a:solidFill>
          <a:latin typeface="NII Sans" charset="0"/>
          <a:ea typeface="ＭＳ Ｐゴシック" charset="0"/>
          <a:cs typeface="ＭＳ Ｐゴシック" charset="0"/>
        </a:defRPr>
      </a:lvl5pPr>
      <a:lvl6pPr marL="457200" algn="l" defTabSz="457200" rtl="0" eaLnBrk="1" fontAlgn="base" hangingPunct="1">
        <a:lnSpc>
          <a:spcPct val="90000"/>
        </a:lnSpc>
        <a:spcBef>
          <a:spcPct val="0"/>
        </a:spcBef>
        <a:spcAft>
          <a:spcPct val="0"/>
        </a:spcAft>
        <a:defRPr sz="2800" b="1">
          <a:solidFill>
            <a:schemeClr val="tx2"/>
          </a:solidFill>
          <a:latin typeface="NII Sans" charset="0"/>
          <a:ea typeface="ＭＳ Ｐゴシック" charset="0"/>
          <a:cs typeface="ＭＳ Ｐゴシック" charset="0"/>
        </a:defRPr>
      </a:lvl6pPr>
      <a:lvl7pPr marL="914400" algn="l" defTabSz="457200" rtl="0" eaLnBrk="1" fontAlgn="base" hangingPunct="1">
        <a:lnSpc>
          <a:spcPct val="90000"/>
        </a:lnSpc>
        <a:spcBef>
          <a:spcPct val="0"/>
        </a:spcBef>
        <a:spcAft>
          <a:spcPct val="0"/>
        </a:spcAft>
        <a:defRPr sz="2800" b="1">
          <a:solidFill>
            <a:schemeClr val="tx2"/>
          </a:solidFill>
          <a:latin typeface="NII Sans" charset="0"/>
          <a:ea typeface="ＭＳ Ｐゴシック" charset="0"/>
          <a:cs typeface="ＭＳ Ｐゴシック" charset="0"/>
        </a:defRPr>
      </a:lvl7pPr>
      <a:lvl8pPr marL="1371600" algn="l" defTabSz="457200" rtl="0" eaLnBrk="1" fontAlgn="base" hangingPunct="1">
        <a:lnSpc>
          <a:spcPct val="90000"/>
        </a:lnSpc>
        <a:spcBef>
          <a:spcPct val="0"/>
        </a:spcBef>
        <a:spcAft>
          <a:spcPct val="0"/>
        </a:spcAft>
        <a:defRPr sz="2800" b="1">
          <a:solidFill>
            <a:schemeClr val="tx2"/>
          </a:solidFill>
          <a:latin typeface="NII Sans" charset="0"/>
          <a:ea typeface="ＭＳ Ｐゴシック" charset="0"/>
          <a:cs typeface="ＭＳ Ｐゴシック" charset="0"/>
        </a:defRPr>
      </a:lvl8pPr>
      <a:lvl9pPr marL="1828800" algn="l" defTabSz="457200" rtl="0" eaLnBrk="1" fontAlgn="base" hangingPunct="1">
        <a:lnSpc>
          <a:spcPct val="90000"/>
        </a:lnSpc>
        <a:spcBef>
          <a:spcPct val="0"/>
        </a:spcBef>
        <a:spcAft>
          <a:spcPct val="0"/>
        </a:spcAft>
        <a:defRPr sz="2800" b="1">
          <a:solidFill>
            <a:schemeClr val="tx2"/>
          </a:solidFill>
          <a:latin typeface="NII Sans" charset="0"/>
          <a:ea typeface="ＭＳ Ｐゴシック" charset="0"/>
          <a:cs typeface="ＭＳ Ｐゴシック" charset="0"/>
        </a:defRPr>
      </a:lvl9pPr>
    </p:titleStyle>
    <p:bodyStyle>
      <a:lvl1pPr marL="169863" indent="-169863" algn="l" rtl="0" eaLnBrk="1" fontAlgn="base" hangingPunct="1">
        <a:spcBef>
          <a:spcPct val="0"/>
        </a:spcBef>
        <a:spcAft>
          <a:spcPts val="300"/>
        </a:spcAft>
        <a:buFont typeface="NII Sans" pitchFamily="2" charset="0"/>
        <a:buChar char="•"/>
        <a:defRPr sz="1600" kern="1200">
          <a:solidFill>
            <a:schemeClr val="tx1"/>
          </a:solidFill>
          <a:latin typeface="+mn-lt"/>
          <a:ea typeface="ＭＳ Ｐゴシック" charset="0"/>
          <a:cs typeface="ＭＳ Ｐゴシック" charset="0"/>
        </a:defRPr>
      </a:lvl1pPr>
      <a:lvl2pPr marL="341313" indent="-157163" algn="l" rtl="0" eaLnBrk="1" fontAlgn="base" hangingPunct="1">
        <a:spcBef>
          <a:spcPct val="0"/>
        </a:spcBef>
        <a:spcAft>
          <a:spcPts val="300"/>
        </a:spcAft>
        <a:buFont typeface="NII Sans" pitchFamily="2" charset="0"/>
        <a:buChar char="­"/>
        <a:defRPr sz="1400" kern="1200">
          <a:solidFill>
            <a:schemeClr val="tx1"/>
          </a:solidFill>
          <a:latin typeface="+mn-lt"/>
          <a:ea typeface="ＭＳ Ｐゴシック" charset="0"/>
          <a:cs typeface="+mn-cs"/>
        </a:defRPr>
      </a:lvl2pPr>
      <a:lvl3pPr marL="457200" indent="-119063" algn="l" rtl="0" eaLnBrk="1" fontAlgn="base" hangingPunct="1">
        <a:spcBef>
          <a:spcPct val="0"/>
        </a:spcBef>
        <a:spcAft>
          <a:spcPts val="300"/>
        </a:spcAft>
        <a:buFont typeface="NII Sans" pitchFamily="2" charset="0"/>
        <a:buChar char="•"/>
        <a:defRPr sz="1200" kern="1200">
          <a:solidFill>
            <a:schemeClr val="tx1"/>
          </a:solidFill>
          <a:latin typeface="+mn-lt"/>
          <a:ea typeface="ＭＳ Ｐゴシック" charset="0"/>
          <a:cs typeface="+mn-cs"/>
        </a:defRPr>
      </a:lvl3pPr>
      <a:lvl4pPr marL="576263" indent="-114300" algn="l" rtl="0" eaLnBrk="1" fontAlgn="base" hangingPunct="1">
        <a:spcBef>
          <a:spcPct val="0"/>
        </a:spcBef>
        <a:spcAft>
          <a:spcPts val="300"/>
        </a:spcAft>
        <a:buFont typeface="NII Sans" pitchFamily="2" charset="0"/>
        <a:buChar char="­"/>
        <a:defRPr sz="1000" kern="1200">
          <a:solidFill>
            <a:schemeClr val="tx1"/>
          </a:solidFill>
          <a:latin typeface="+mn-lt"/>
          <a:ea typeface="ＭＳ Ｐゴシック" charset="0"/>
          <a:cs typeface="+mn-cs"/>
        </a:defRPr>
      </a:lvl4pPr>
      <a:lvl5pPr marL="663575" indent="-84138" algn="l" rtl="0" eaLnBrk="1" fontAlgn="base" hangingPunct="1">
        <a:spcBef>
          <a:spcPct val="0"/>
        </a:spcBef>
        <a:spcAft>
          <a:spcPts val="300"/>
        </a:spcAft>
        <a:buFont typeface="NII Sans" pitchFamily="2" charset="0"/>
        <a:buChar char="•"/>
        <a:defRPr sz="8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Battery Bank 90G15     </a:t>
            </a:r>
          </a:p>
          <a:p>
            <a:r>
              <a:rPr lang="en-US" sz="1400">
                <a:solidFill>
                  <a:schemeClr val="bg1">
                    <a:lumMod val="50000"/>
                  </a:schemeClr>
                </a:solidFill>
              </a:rPr>
              <a:t>13-3G-FLM017</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20-Feb-13          </a:t>
            </a:r>
          </a:p>
          <a:p>
            <a:r>
              <a:rPr lang="en-US" sz="1200" dirty="0">
                <a:solidFill>
                  <a:schemeClr val="bg1">
                    <a:lumMod val="50000"/>
                  </a:schemeClr>
                </a:solidFill>
              </a:rPr>
              <a:t>Completion Date</a:t>
            </a:r>
            <a:r>
              <a:rPr lang="en-US" sz="1200">
                <a:solidFill>
                  <a:schemeClr val="bg1">
                    <a:lumMod val="50000"/>
                  </a:schemeClr>
                </a:solidFill>
              </a:rPr>
              <a:t>:      08-Aug-13</a:t>
            </a:r>
            <a:endParaRPr lang="en-US" sz="1200" dirty="0">
              <a:solidFill>
                <a:schemeClr val="bg1">
                  <a:lumMod val="50000"/>
                </a:schemeClr>
              </a:solidFill>
            </a:endParaRP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2040346971"/>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a:t>
                      </a:r>
                      <a:r>
                        <a:rPr lang="en-US" sz="1200" kern="1200" baseline="0" dirty="0">
                          <a:solidFill>
                            <a:schemeClr val="tx1">
                              <a:lumMod val="50000"/>
                              <a:lumOff val="50000"/>
                            </a:schemeClr>
                          </a:solidFill>
                          <a:latin typeface="+mn-lt"/>
                          <a:ea typeface="+mn-ea"/>
                          <a:cs typeface="Arial" pitchFamily="34" charset="0"/>
                        </a:rPr>
                        <a:t> the acquisition process</a:t>
                      </a:r>
                    </a:p>
                    <a:p>
                      <a:pPr algn="l" rtl="0" fontAlgn="ctr"/>
                      <a:r>
                        <a:rPr lang="en-US" sz="1200" b="1" kern="1200" baseline="0" dirty="0">
                          <a:solidFill>
                            <a:schemeClr val="tx1">
                              <a:lumMod val="50000"/>
                              <a:lumOff val="50000"/>
                            </a:schemeClr>
                          </a:solidFill>
                          <a:latin typeface="+mn-lt"/>
                          <a:ea typeface="+mn-ea"/>
                          <a:cs typeface="Arial" pitchFamily="34" charset="0"/>
                        </a:rPr>
                        <a:t>Actions</a:t>
                      </a:r>
                      <a:r>
                        <a:rPr lang="en-US" sz="1200" kern="1200" baseline="0" dirty="0">
                          <a:solidFill>
                            <a:schemeClr val="tx1">
                              <a:lumMod val="50000"/>
                              <a:lumOff val="50000"/>
                            </a:schemeClr>
                          </a:solidFill>
                          <a:latin typeface="+mn-lt"/>
                          <a:ea typeface="+mn-ea"/>
                          <a:cs typeface="Arial" pitchFamily="34" charset="0"/>
                        </a:rPr>
                        <a:t>: Damon Delivery Excellence have the request to upload the requisition on Oracle</a:t>
                      </a:r>
                      <a:endParaRPr lang="en-US" sz="1200" kern="1200" dirty="0">
                        <a:solidFill>
                          <a:schemeClr val="tx1">
                            <a:lumMod val="50000"/>
                            <a:lumOff val="50000"/>
                          </a:schemeClr>
                        </a:solidFill>
                        <a:latin typeface="+mn-lt"/>
                        <a:ea typeface="+mn-ea"/>
                        <a:cs typeface="Arial" pitchFamily="34" charset="0"/>
                      </a:endParaRP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2606956457"/>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Replace</a:t>
                      </a:r>
                      <a:r>
                        <a:rPr lang="en-US" sz="1100" kern="1200" baseline="0" dirty="0">
                          <a:solidFill>
                            <a:schemeClr val="tx1">
                              <a:lumMod val="50000"/>
                              <a:lumOff val="50000"/>
                            </a:schemeClr>
                          </a:solidFill>
                          <a:latin typeface="+mj-lt"/>
                          <a:ea typeface="+mn-ea"/>
                          <a:cs typeface="Arial" pitchFamily="34" charset="0"/>
                        </a:rPr>
                        <a:t> one battery bank in LC2104 Los Patios</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3069157954"/>
              </p:ext>
            </p:extLst>
          </p:nvPr>
        </p:nvGraphicFramePr>
        <p:xfrm>
          <a:off x="3170196" y="3818048"/>
          <a:ext cx="5616624" cy="1524000"/>
        </p:xfrm>
        <a:graphic>
          <a:graphicData uri="http://schemas.openxmlformats.org/drawingml/2006/table">
            <a:tbl>
              <a:tblPr/>
              <a:tblGrid>
                <a:gridCol w="2265900">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884313">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20-Feb-13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rgbClr val="FFFFFF"/>
                          </a:solidFill>
                          <a:effectLst/>
                          <a:latin typeface="+mn-lt"/>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a:solidFill>
                            <a:srgbClr val="808080"/>
                          </a:solidFill>
                          <a:effectLst/>
                          <a:latin typeface="NII Sans"/>
                        </a:rPr>
                        <a:t>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rgbClr val="FFFFFF"/>
                          </a:solidFill>
                          <a:effectLst/>
                          <a:latin typeface="+mn-lt"/>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26-Apr-13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27-Apr-13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27-Apr-13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07-Aug-13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08-Aug-13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08-Aug-13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08-Aug.13.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08-Aug-13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239509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HVAC 5TR     </a:t>
            </a:r>
          </a:p>
          <a:p>
            <a:r>
              <a:rPr lang="en-US" sz="1400">
                <a:solidFill>
                  <a:schemeClr val="bg1">
                    <a:lumMod val="50000"/>
                  </a:schemeClr>
                </a:solidFill>
              </a:rPr>
              <a:t>13-3G-FLM018</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20-Feb-13             </a:t>
            </a:r>
          </a:p>
          <a:p>
            <a:r>
              <a:rPr lang="en-US" sz="1200" dirty="0">
                <a:solidFill>
                  <a:schemeClr val="bg1">
                    <a:lumMod val="50000"/>
                  </a:schemeClr>
                </a:solidFill>
              </a:rPr>
              <a:t>Completion Date</a:t>
            </a:r>
            <a:r>
              <a:rPr lang="en-US" sz="1200">
                <a:solidFill>
                  <a:schemeClr val="bg1">
                    <a:lumMod val="50000"/>
                  </a:schemeClr>
                </a:solidFill>
              </a:rPr>
              <a:t>:     08-Aug-13</a:t>
            </a:r>
            <a:endParaRPr lang="en-US" sz="1200" dirty="0">
              <a:solidFill>
                <a:schemeClr val="bg1">
                  <a:lumMod val="50000"/>
                </a:schemeClr>
              </a:solidFill>
            </a:endParaRP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1068933067"/>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a:t>
                      </a:r>
                      <a:r>
                        <a:rPr lang="en-US" sz="1200" kern="1200" baseline="0" dirty="0">
                          <a:solidFill>
                            <a:schemeClr val="tx1">
                              <a:lumMod val="50000"/>
                              <a:lumOff val="50000"/>
                            </a:schemeClr>
                          </a:solidFill>
                          <a:latin typeface="+mn-lt"/>
                          <a:ea typeface="+mn-ea"/>
                          <a:cs typeface="Arial" pitchFamily="34" charset="0"/>
                        </a:rPr>
                        <a:t> the acquisition process</a:t>
                      </a:r>
                    </a:p>
                    <a:p>
                      <a:pPr algn="l" rtl="0" fontAlgn="ctr"/>
                      <a:r>
                        <a:rPr lang="en-US" sz="1200" b="1" kern="1200" baseline="0" dirty="0">
                          <a:solidFill>
                            <a:schemeClr val="tx1">
                              <a:lumMod val="50000"/>
                              <a:lumOff val="50000"/>
                            </a:schemeClr>
                          </a:solidFill>
                          <a:latin typeface="+mn-lt"/>
                          <a:ea typeface="+mn-ea"/>
                          <a:cs typeface="Arial" pitchFamily="34" charset="0"/>
                        </a:rPr>
                        <a:t>Actions</a:t>
                      </a:r>
                      <a:r>
                        <a:rPr lang="en-US" sz="1200" kern="1200" baseline="0" dirty="0">
                          <a:solidFill>
                            <a:schemeClr val="tx1">
                              <a:lumMod val="50000"/>
                              <a:lumOff val="50000"/>
                            </a:schemeClr>
                          </a:solidFill>
                          <a:latin typeface="+mn-lt"/>
                          <a:ea typeface="+mn-ea"/>
                          <a:cs typeface="Arial" pitchFamily="34" charset="0"/>
                        </a:rPr>
                        <a:t>: </a:t>
                      </a:r>
                      <a:r>
                        <a:rPr lang="en-US" sz="1200" kern="1200" baseline="0" dirty="0" err="1">
                          <a:solidFill>
                            <a:schemeClr val="tx1">
                              <a:lumMod val="50000"/>
                              <a:lumOff val="50000"/>
                            </a:schemeClr>
                          </a:solidFill>
                          <a:latin typeface="+mn-lt"/>
                          <a:ea typeface="+mn-ea"/>
                          <a:cs typeface="Arial" pitchFamily="34" charset="0"/>
                        </a:rPr>
                        <a:t>Admon</a:t>
                      </a:r>
                      <a:r>
                        <a:rPr lang="en-US" sz="1200" kern="1200" baseline="0" dirty="0">
                          <a:solidFill>
                            <a:schemeClr val="tx1">
                              <a:lumMod val="50000"/>
                              <a:lumOff val="50000"/>
                            </a:schemeClr>
                          </a:solidFill>
                          <a:latin typeface="+mn-lt"/>
                          <a:ea typeface="+mn-ea"/>
                          <a:cs typeface="Arial" pitchFamily="34" charset="0"/>
                        </a:rPr>
                        <a:t> Delivery Excellence have the request to upload the requisition on Oracle</a:t>
                      </a:r>
                      <a:endParaRPr lang="en-US" sz="1200" kern="1200" dirty="0">
                        <a:solidFill>
                          <a:schemeClr val="tx1">
                            <a:lumMod val="50000"/>
                            <a:lumOff val="50000"/>
                          </a:schemeClr>
                        </a:solidFill>
                        <a:latin typeface="+mn-lt"/>
                        <a:ea typeface="+mn-ea"/>
                        <a:cs typeface="Arial" pitchFamily="34" charset="0"/>
                      </a:endParaRP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652107281"/>
              </p:ext>
            </p:extLst>
          </p:nvPr>
        </p:nvGraphicFramePr>
        <p:xfrm>
          <a:off x="3059832" y="620688"/>
          <a:ext cx="5820460" cy="685800"/>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Increase</a:t>
                      </a:r>
                      <a:r>
                        <a:rPr lang="en-US" sz="1100" kern="1200" baseline="0" dirty="0">
                          <a:solidFill>
                            <a:schemeClr val="tx1">
                              <a:lumMod val="50000"/>
                              <a:lumOff val="50000"/>
                            </a:schemeClr>
                          </a:solidFill>
                          <a:latin typeface="+mj-lt"/>
                          <a:ea typeface="+mn-ea"/>
                          <a:cs typeface="Arial" pitchFamily="34" charset="0"/>
                        </a:rPr>
                        <a:t> the capacity  HVAC 5TR the cooling capacity to mitigate the thermal load increase caused IDEN by network growing. Locations affected: </a:t>
                      </a:r>
                      <a:r>
                        <a:rPr lang="en-US" sz="1100" kern="1200" baseline="0" dirty="0" err="1">
                          <a:solidFill>
                            <a:schemeClr val="tx1">
                              <a:lumMod val="50000"/>
                              <a:lumOff val="50000"/>
                            </a:schemeClr>
                          </a:solidFill>
                          <a:latin typeface="+mj-lt"/>
                          <a:ea typeface="+mn-ea"/>
                          <a:cs typeface="Arial" pitchFamily="34" charset="0"/>
                        </a:rPr>
                        <a:t>Guasave</a:t>
                      </a:r>
                      <a:r>
                        <a:rPr lang="en-US" sz="1100" kern="1200" baseline="0" dirty="0">
                          <a:solidFill>
                            <a:schemeClr val="tx1">
                              <a:lumMod val="50000"/>
                              <a:lumOff val="50000"/>
                            </a:schemeClr>
                          </a:solidFill>
                          <a:latin typeface="+mj-lt"/>
                          <a:ea typeface="+mn-ea"/>
                          <a:cs typeface="Arial" pitchFamily="34" charset="0"/>
                        </a:rPr>
                        <a:t>, </a:t>
                      </a:r>
                      <a:r>
                        <a:rPr lang="en-US" sz="1100" kern="1200" baseline="0" dirty="0" err="1">
                          <a:solidFill>
                            <a:schemeClr val="tx1">
                              <a:lumMod val="50000"/>
                              <a:lumOff val="50000"/>
                            </a:schemeClr>
                          </a:solidFill>
                          <a:latin typeface="+mj-lt"/>
                          <a:ea typeface="+mn-ea"/>
                          <a:cs typeface="Arial" pitchFamily="34" charset="0"/>
                        </a:rPr>
                        <a:t>Magisterio</a:t>
                      </a:r>
                      <a:r>
                        <a:rPr lang="en-US" sz="1100" kern="1200" baseline="0" dirty="0">
                          <a:solidFill>
                            <a:schemeClr val="tx1">
                              <a:lumMod val="50000"/>
                              <a:lumOff val="50000"/>
                            </a:schemeClr>
                          </a:solidFill>
                          <a:latin typeface="+mj-lt"/>
                          <a:ea typeface="+mn-ea"/>
                          <a:cs typeface="Arial" pitchFamily="34" charset="0"/>
                        </a:rPr>
                        <a:t>, Valle Real, Saguaro, </a:t>
                      </a:r>
                      <a:r>
                        <a:rPr lang="en-US" sz="1100" kern="1200" baseline="0" dirty="0" err="1">
                          <a:solidFill>
                            <a:schemeClr val="tx1">
                              <a:lumMod val="50000"/>
                              <a:lumOff val="50000"/>
                            </a:schemeClr>
                          </a:solidFill>
                          <a:latin typeface="+mj-lt"/>
                          <a:ea typeface="+mn-ea"/>
                          <a:cs typeface="Arial" pitchFamily="34" charset="0"/>
                        </a:rPr>
                        <a:t>Frontera</a:t>
                      </a:r>
                      <a:r>
                        <a:rPr lang="en-US" sz="1100" kern="1200" baseline="0" dirty="0">
                          <a:solidFill>
                            <a:schemeClr val="tx1">
                              <a:lumMod val="50000"/>
                              <a:lumOff val="50000"/>
                            </a:schemeClr>
                          </a:solidFill>
                          <a:latin typeface="+mj-lt"/>
                          <a:ea typeface="+mn-ea"/>
                          <a:cs typeface="Arial" pitchFamily="34" charset="0"/>
                        </a:rPr>
                        <a:t>, </a:t>
                      </a:r>
                      <a:r>
                        <a:rPr lang="en-US" sz="1100" kern="1200" baseline="0" dirty="0" err="1">
                          <a:solidFill>
                            <a:schemeClr val="tx1">
                              <a:lumMod val="50000"/>
                              <a:lumOff val="50000"/>
                            </a:schemeClr>
                          </a:solidFill>
                          <a:latin typeface="+mj-lt"/>
                          <a:ea typeface="+mn-ea"/>
                          <a:cs typeface="Arial" pitchFamily="34" charset="0"/>
                        </a:rPr>
                        <a:t>Tecnologico</a:t>
                      </a:r>
                      <a:r>
                        <a:rPr lang="en-US" sz="1100" kern="1200" baseline="0" dirty="0">
                          <a:solidFill>
                            <a:schemeClr val="tx1">
                              <a:lumMod val="50000"/>
                              <a:lumOff val="50000"/>
                            </a:schemeClr>
                          </a:solidFill>
                          <a:latin typeface="+mj-lt"/>
                          <a:ea typeface="+mn-ea"/>
                          <a:cs typeface="Arial" pitchFamily="34" charset="0"/>
                        </a:rPr>
                        <a:t>, Anahuac, Hilton, </a:t>
                      </a:r>
                      <a:r>
                        <a:rPr lang="en-US" sz="1100" kern="1200" baseline="0" dirty="0" err="1">
                          <a:solidFill>
                            <a:schemeClr val="tx1">
                              <a:lumMod val="50000"/>
                              <a:lumOff val="50000"/>
                            </a:schemeClr>
                          </a:solidFill>
                          <a:latin typeface="+mj-lt"/>
                          <a:ea typeface="+mn-ea"/>
                          <a:cs typeface="Arial" pitchFamily="34" charset="0"/>
                        </a:rPr>
                        <a:t>Comercial</a:t>
                      </a:r>
                      <a:r>
                        <a:rPr lang="en-US" sz="1100" kern="1200" baseline="0" dirty="0">
                          <a:solidFill>
                            <a:schemeClr val="tx1">
                              <a:lumMod val="50000"/>
                              <a:lumOff val="50000"/>
                            </a:schemeClr>
                          </a:solidFill>
                          <a:latin typeface="+mj-lt"/>
                          <a:ea typeface="+mn-ea"/>
                          <a:cs typeface="Arial" pitchFamily="34" charset="0"/>
                        </a:rPr>
                        <a:t> Fiesta and </a:t>
                      </a:r>
                      <a:r>
                        <a:rPr lang="en-US" sz="1100" kern="1200" baseline="0" dirty="0" err="1">
                          <a:solidFill>
                            <a:schemeClr val="tx1">
                              <a:lumMod val="50000"/>
                              <a:lumOff val="50000"/>
                            </a:schemeClr>
                          </a:solidFill>
                          <a:latin typeface="+mj-lt"/>
                          <a:ea typeface="+mn-ea"/>
                          <a:cs typeface="Arial" pitchFamily="34" charset="0"/>
                        </a:rPr>
                        <a:t>Zona</a:t>
                      </a:r>
                      <a:r>
                        <a:rPr lang="en-US" sz="1100" kern="1200" baseline="0" dirty="0">
                          <a:solidFill>
                            <a:schemeClr val="tx1">
                              <a:lumMod val="50000"/>
                              <a:lumOff val="50000"/>
                            </a:schemeClr>
                          </a:solidFill>
                          <a:latin typeface="+mj-lt"/>
                          <a:ea typeface="+mn-ea"/>
                          <a:cs typeface="Arial" pitchFamily="34" charset="0"/>
                        </a:rPr>
                        <a:t> </a:t>
                      </a:r>
                      <a:r>
                        <a:rPr lang="en-US" sz="1100" kern="1200" baseline="0" dirty="0" err="1">
                          <a:solidFill>
                            <a:schemeClr val="tx1">
                              <a:lumMod val="50000"/>
                              <a:lumOff val="50000"/>
                            </a:schemeClr>
                          </a:solidFill>
                          <a:latin typeface="+mj-lt"/>
                          <a:ea typeface="+mn-ea"/>
                          <a:cs typeface="Arial" pitchFamily="34" charset="0"/>
                        </a:rPr>
                        <a:t>Indistrial</a:t>
                      </a:r>
                      <a:r>
                        <a:rPr lang="en-US" sz="1100" kern="1200" baseline="0" dirty="0">
                          <a:solidFill>
                            <a:schemeClr val="tx1">
                              <a:lumMod val="50000"/>
                              <a:lumOff val="50000"/>
                            </a:schemeClr>
                          </a:solidFill>
                          <a:latin typeface="+mj-lt"/>
                          <a:ea typeface="+mn-ea"/>
                          <a:cs typeface="Arial" pitchFamily="34" charset="0"/>
                        </a:rPr>
                        <a:t>.  </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3362712275"/>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20-Feb-13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mn-lt"/>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a:solidFill>
                            <a:srgbClr val="808080"/>
                          </a:solidFill>
                          <a:effectLst/>
                          <a:latin typeface="NII Sans"/>
                        </a:rPr>
                        <a:t>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mn-lt"/>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26-Apr-13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27-Apr-13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27-Apr-13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07-Aug-13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08-Aug-13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 08-Aug-13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08-Aug-13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 08-Aug-13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537050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APM30 Protection     </a:t>
            </a:r>
          </a:p>
          <a:p>
            <a:r>
              <a:rPr lang="en-US" sz="1400">
                <a:solidFill>
                  <a:schemeClr val="bg1">
                    <a:lumMod val="50000"/>
                  </a:schemeClr>
                </a:solidFill>
              </a:rPr>
              <a:t>13-3G-FL010</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25-Feb-13            </a:t>
            </a:r>
          </a:p>
          <a:p>
            <a:r>
              <a:rPr lang="en-US" sz="1200" dirty="0">
                <a:solidFill>
                  <a:schemeClr val="bg1">
                    <a:lumMod val="50000"/>
                  </a:schemeClr>
                </a:solidFill>
              </a:rPr>
              <a:t>Completion Date</a:t>
            </a:r>
            <a:r>
              <a:rPr lang="en-US" sz="1200">
                <a:solidFill>
                  <a:schemeClr val="bg1">
                    <a:lumMod val="50000"/>
                  </a:schemeClr>
                </a:solidFill>
              </a:rPr>
              <a:t>:      14-Aug-13</a:t>
            </a:r>
            <a:endParaRPr lang="en-US" sz="1200" dirty="0">
              <a:solidFill>
                <a:schemeClr val="bg1">
                  <a:lumMod val="50000"/>
                </a:schemeClr>
              </a:solidFill>
            </a:endParaRP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dirty="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204263259"/>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630323852"/>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Protect 83 outdoor</a:t>
                      </a:r>
                      <a:r>
                        <a:rPr lang="en-US" sz="1100" kern="1200" baseline="0" dirty="0">
                          <a:solidFill>
                            <a:schemeClr val="tx1">
                              <a:lumMod val="50000"/>
                              <a:lumOff val="50000"/>
                            </a:schemeClr>
                          </a:solidFill>
                          <a:latin typeface="+mj-lt"/>
                          <a:ea typeface="+mn-ea"/>
                          <a:cs typeface="Arial" pitchFamily="34" charset="0"/>
                        </a:rPr>
                        <a:t> site to prevent damage or theft of </a:t>
                      </a:r>
                      <a:r>
                        <a:rPr lang="en-US" sz="1100" kern="1200" baseline="0">
                          <a:solidFill>
                            <a:schemeClr val="tx1">
                              <a:lumMod val="50000"/>
                              <a:lumOff val="50000"/>
                            </a:schemeClr>
                          </a:solidFill>
                          <a:latin typeface="+mj-lt"/>
                          <a:ea typeface="+mn-ea"/>
                          <a:cs typeface="Arial" pitchFamily="34" charset="0"/>
                        </a:rPr>
                        <a:t>installed equipment.</a:t>
                      </a:r>
                      <a:endParaRPr lang="en-US" sz="1100" kern="1200" dirty="0">
                        <a:solidFill>
                          <a:schemeClr val="tx1">
                            <a:lumMod val="50000"/>
                            <a:lumOff val="50000"/>
                          </a:schemeClr>
                        </a:solidFill>
                        <a:latin typeface="+mj-lt"/>
                        <a:ea typeface="+mn-ea"/>
                        <a:cs typeface="Arial" pitchFamily="34" charset="0"/>
                      </a:endParaRPr>
                    </a:p>
                    <a:p>
                      <a:r>
                        <a:rPr lang="en-US" sz="1100" kern="1200" dirty="0">
                          <a:solidFill>
                            <a:schemeClr val="tx1">
                              <a:lumMod val="50000"/>
                              <a:lumOff val="50000"/>
                            </a:schemeClr>
                          </a:solidFill>
                          <a:latin typeface="+mj-lt"/>
                          <a:ea typeface="+mn-ea"/>
                          <a:cs typeface="Arial" pitchFamily="34" charset="0"/>
                        </a:rPr>
                        <a:t>Install</a:t>
                      </a:r>
                      <a:r>
                        <a:rPr lang="en-US" sz="1100" kern="1200" baseline="0" dirty="0">
                          <a:solidFill>
                            <a:schemeClr val="tx1">
                              <a:lumMod val="50000"/>
                              <a:lumOff val="50000"/>
                            </a:schemeClr>
                          </a:solidFill>
                          <a:latin typeface="+mj-lt"/>
                          <a:ea typeface="+mn-ea"/>
                          <a:cs typeface="Arial" pitchFamily="34" charset="0"/>
                        </a:rPr>
                        <a:t> 83 metal protections in APM30 and 83 metal protection in </a:t>
                      </a:r>
                      <a:r>
                        <a:rPr lang="en-US" sz="1100" kern="1200" baseline="0" dirty="0" err="1">
                          <a:solidFill>
                            <a:schemeClr val="tx1">
                              <a:lumMod val="50000"/>
                              <a:lumOff val="50000"/>
                            </a:schemeClr>
                          </a:solidFill>
                          <a:latin typeface="+mj-lt"/>
                          <a:ea typeface="+mn-ea"/>
                          <a:cs typeface="Arial" pitchFamily="34" charset="0"/>
                        </a:rPr>
                        <a:t>Himmel</a:t>
                      </a:r>
                      <a:r>
                        <a:rPr lang="en-US" sz="1100" kern="1200" baseline="0" dirty="0">
                          <a:solidFill>
                            <a:schemeClr val="tx1">
                              <a:lumMod val="50000"/>
                              <a:lumOff val="50000"/>
                            </a:schemeClr>
                          </a:solidFill>
                          <a:latin typeface="+mj-lt"/>
                          <a:ea typeface="+mn-ea"/>
                          <a:cs typeface="Arial" pitchFamily="34" charset="0"/>
                        </a:rPr>
                        <a:t> cabinet.</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2797591299"/>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25-Feb-13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01-Mar-13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07-Mar-13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a:solidFill>
                            <a:srgbClr val="808080"/>
                          </a:solidFill>
                          <a:effectLst/>
                          <a:latin typeface="NII Sans"/>
                        </a:rPr>
                        <a:t>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08-May-13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09-May-13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15-May-13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13-Jul-13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14-Jul-</a:t>
                      </a:r>
                      <a:r>
                        <a:rPr lang="en-US" sz="1000" b="0" i="0" u="none" strike="noStrike" baseline="0" dirty="0">
                          <a:solidFill>
                            <a:srgbClr val="808080"/>
                          </a:solidFill>
                          <a:effectLst/>
                          <a:latin typeface="NII Sans"/>
                        </a:rPr>
                        <a:t>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14-Aug-13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14-Aug-13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56075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Civil Work Build Dam     </a:t>
            </a:r>
          </a:p>
          <a:p>
            <a:r>
              <a:rPr lang="en-US" sz="1400">
                <a:solidFill>
                  <a:schemeClr val="bg1">
                    <a:lumMod val="50000"/>
                  </a:schemeClr>
                </a:solidFill>
              </a:rPr>
              <a:t>13-3G-FL011</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25-Feb-13        </a:t>
            </a:r>
          </a:p>
          <a:p>
            <a:r>
              <a:rPr lang="en-US" sz="1200" dirty="0">
                <a:solidFill>
                  <a:schemeClr val="bg1">
                    <a:lumMod val="50000"/>
                  </a:schemeClr>
                </a:solidFill>
              </a:rPr>
              <a:t>Completion Date</a:t>
            </a:r>
            <a:r>
              <a:rPr lang="en-US" sz="1200">
                <a:solidFill>
                  <a:schemeClr val="bg1">
                    <a:lumMod val="50000"/>
                  </a:schemeClr>
                </a:solidFill>
              </a:rPr>
              <a:t>:      29-Apr-13</a:t>
            </a:r>
            <a:endParaRPr lang="en-US" sz="1200" dirty="0">
              <a:solidFill>
                <a:schemeClr val="bg1">
                  <a:lumMod val="50000"/>
                </a:schemeClr>
              </a:solidFill>
            </a:endParaRP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Construction service in </a:t>
            </a:r>
            <a:r>
              <a:rPr lang="en-US" sz="1200" dirty="0">
                <a:solidFill>
                  <a:schemeClr val="tx1">
                    <a:lumMod val="50000"/>
                    <a:lumOff val="50000"/>
                  </a:schemeClr>
                </a:solidFill>
                <a:latin typeface="+mj-lt"/>
                <a:cs typeface="Arial" pitchFamily="34" charset="0"/>
              </a:rPr>
              <a:t>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dirty="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4266180585"/>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2444054885"/>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Construction</a:t>
                      </a:r>
                      <a:r>
                        <a:rPr lang="en-US" sz="1100" kern="1200" baseline="0" dirty="0">
                          <a:solidFill>
                            <a:schemeClr val="tx1">
                              <a:lumMod val="50000"/>
                              <a:lumOff val="50000"/>
                            </a:schemeClr>
                          </a:solidFill>
                          <a:latin typeface="+mj-lt"/>
                          <a:ea typeface="+mn-ea"/>
                          <a:cs typeface="Arial" pitchFamily="34" charset="0"/>
                        </a:rPr>
                        <a:t> of DAM to prevent water damage due to site flooding. With this DAM construction we reduce the risk of service impact during heavy rains &amp; storms.</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3062146016"/>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25-Feb-13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27-Feb-13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28-Feb-13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07-Mar-13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a:solidFill>
                            <a:srgbClr val="808080"/>
                          </a:solidFill>
                          <a:effectLst/>
                          <a:latin typeface="NII Sans"/>
                        </a:rPr>
                        <a:t>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20-Mar-13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21-Mar-13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14-Apr-13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739418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Generator 35 KW &amp; TS     </a:t>
            </a:r>
          </a:p>
          <a:p>
            <a:r>
              <a:rPr lang="en-US" sz="1400">
                <a:solidFill>
                  <a:schemeClr val="bg1">
                    <a:lumMod val="50000"/>
                  </a:schemeClr>
                </a:solidFill>
              </a:rPr>
              <a:t>13-3G-FL013</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20-Feb-13   </a:t>
            </a:r>
          </a:p>
          <a:p>
            <a:r>
              <a:rPr lang="en-US" sz="1200" dirty="0">
                <a:solidFill>
                  <a:schemeClr val="bg1">
                    <a:lumMod val="50000"/>
                  </a:schemeClr>
                </a:solidFill>
              </a:rPr>
              <a:t>Completion Date</a:t>
            </a:r>
            <a:r>
              <a:rPr lang="en-US" sz="1200">
                <a:solidFill>
                  <a:schemeClr val="bg1">
                    <a:lumMod val="50000"/>
                  </a:schemeClr>
                </a:solidFill>
              </a:rPr>
              <a:t>:   03-Aug-13</a:t>
            </a:r>
            <a:endParaRPr lang="en-US" sz="1200" dirty="0">
              <a:solidFill>
                <a:schemeClr val="bg1">
                  <a:lumMod val="50000"/>
                </a:schemeClr>
              </a:solidFill>
            </a:endParaRP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Installation services and spare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4242322585"/>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kern="1200" dirty="0">
                          <a:solidFill>
                            <a:schemeClr val="tx1">
                              <a:lumMod val="50000"/>
                              <a:lumOff val="50000"/>
                            </a:schemeClr>
                          </a:solidFill>
                          <a:latin typeface="+mn-lt"/>
                          <a:ea typeface="+mn-ea"/>
                          <a:cs typeface="Arial" pitchFamily="34" charset="0"/>
                        </a:rPr>
                        <a:t>I</a:t>
                      </a:r>
                      <a:r>
                        <a:rPr lang="en-US" sz="1200" b="1" kern="1200" dirty="0">
                          <a:solidFill>
                            <a:schemeClr val="tx1">
                              <a:lumMod val="50000"/>
                              <a:lumOff val="50000"/>
                            </a:schemeClr>
                          </a:solidFill>
                          <a:latin typeface="+mn-lt"/>
                          <a:ea typeface="+mn-ea"/>
                          <a:cs typeface="Arial" pitchFamily="34" charset="0"/>
                        </a:rPr>
                        <a:t>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2240820319"/>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Installation</a:t>
                      </a:r>
                      <a:r>
                        <a:rPr lang="en-US" sz="1100" kern="1200" baseline="0" dirty="0">
                          <a:solidFill>
                            <a:schemeClr val="tx1">
                              <a:lumMod val="50000"/>
                              <a:lumOff val="50000"/>
                            </a:schemeClr>
                          </a:solidFill>
                          <a:latin typeface="+mj-lt"/>
                          <a:ea typeface="+mn-ea"/>
                          <a:cs typeface="Arial" pitchFamily="34" charset="0"/>
                        </a:rPr>
                        <a:t> of 3 standby generator in critical sites (</a:t>
                      </a:r>
                      <a:r>
                        <a:rPr lang="en-US" sz="1100" kern="1200" baseline="0" dirty="0" err="1">
                          <a:solidFill>
                            <a:schemeClr val="tx1">
                              <a:lumMod val="50000"/>
                              <a:lumOff val="50000"/>
                            </a:schemeClr>
                          </a:solidFill>
                          <a:latin typeface="+mj-lt"/>
                          <a:ea typeface="+mn-ea"/>
                          <a:cs typeface="Arial" pitchFamily="34" charset="0"/>
                        </a:rPr>
                        <a:t>Tijuanelas</a:t>
                      </a:r>
                      <a:r>
                        <a:rPr lang="en-US" sz="1100" kern="1200" baseline="0" dirty="0">
                          <a:solidFill>
                            <a:schemeClr val="tx1">
                              <a:lumMod val="50000"/>
                              <a:lumOff val="50000"/>
                            </a:schemeClr>
                          </a:solidFill>
                          <a:latin typeface="+mj-lt"/>
                          <a:ea typeface="+mn-ea"/>
                          <a:cs typeface="Arial" pitchFamily="34" charset="0"/>
                        </a:rPr>
                        <a:t>, Valladolid, </a:t>
                      </a:r>
                      <a:r>
                        <a:rPr lang="en-US" sz="1100" kern="1200" baseline="0" dirty="0" err="1">
                          <a:solidFill>
                            <a:schemeClr val="tx1">
                              <a:lumMod val="50000"/>
                              <a:lumOff val="50000"/>
                            </a:schemeClr>
                          </a:solidFill>
                          <a:latin typeface="+mj-lt"/>
                          <a:ea typeface="+mn-ea"/>
                          <a:cs typeface="Arial" pitchFamily="34" charset="0"/>
                        </a:rPr>
                        <a:t>Yalcoba</a:t>
                      </a:r>
                      <a:r>
                        <a:rPr lang="en-US" sz="1100" kern="1200" baseline="0" dirty="0">
                          <a:solidFill>
                            <a:schemeClr val="tx1">
                              <a:lumMod val="50000"/>
                              <a:lumOff val="50000"/>
                            </a:schemeClr>
                          </a:solidFill>
                          <a:latin typeface="+mj-lt"/>
                          <a:ea typeface="+mn-ea"/>
                          <a:cs typeface="Arial" pitchFamily="34" charset="0"/>
                        </a:rPr>
                        <a:t>), installed in flood-prone area or highway</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2193802865"/>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20-Feb-13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506187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Lighting protector     </a:t>
            </a:r>
          </a:p>
          <a:p>
            <a:r>
              <a:rPr lang="en-US" sz="1400">
                <a:solidFill>
                  <a:schemeClr val="bg1">
                    <a:lumMod val="50000"/>
                  </a:schemeClr>
                </a:solidFill>
              </a:rPr>
              <a:t>13-3G-FL014</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25-Feb-13       </a:t>
            </a:r>
          </a:p>
          <a:p>
            <a:r>
              <a:rPr lang="en-US" sz="1200" dirty="0">
                <a:solidFill>
                  <a:schemeClr val="bg1">
                    <a:lumMod val="50000"/>
                  </a:schemeClr>
                </a:solidFill>
              </a:rPr>
              <a:t>Completion Date:  14-Jul-13</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491509040"/>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2460202634"/>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Reinforcement with</a:t>
                      </a:r>
                      <a:r>
                        <a:rPr lang="en-US" sz="1100" kern="1200" baseline="0" dirty="0">
                          <a:solidFill>
                            <a:schemeClr val="tx1">
                              <a:lumMod val="50000"/>
                              <a:lumOff val="50000"/>
                            </a:schemeClr>
                          </a:solidFill>
                          <a:latin typeface="+mj-lt"/>
                          <a:ea typeface="+mn-ea"/>
                          <a:cs typeface="Arial" pitchFamily="34" charset="0"/>
                        </a:rPr>
                        <a:t> installation 0f 14 Lighting protector  on site that historically had been the most affected by thunder storm and lighting strikes in Campeche Market.   </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1240962001"/>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25-Feb-13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01-Mar-13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07-Mar-13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15-May-13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01-Jul-13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13-Jul-13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14-Jul-13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14-Jul-13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555390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Generator 20 KW mobile     </a:t>
            </a:r>
          </a:p>
          <a:p>
            <a:r>
              <a:rPr lang="en-US" sz="1400">
                <a:solidFill>
                  <a:schemeClr val="bg1">
                    <a:lumMod val="50000"/>
                  </a:schemeClr>
                </a:solidFill>
              </a:rPr>
              <a:t>13-3G-FL016</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a:solidFill>
                  <a:schemeClr val="bg1">
                    <a:lumMod val="50000"/>
                  </a:schemeClr>
                </a:solidFill>
              </a:rPr>
              <a:t>Start Date:              20-Feb-13 </a:t>
            </a:r>
          </a:p>
          <a:p>
            <a:r>
              <a:rPr lang="en-US" sz="1200">
                <a:solidFill>
                  <a:schemeClr val="bg1">
                    <a:lumMod val="50000"/>
                  </a:schemeClr>
                </a:solidFill>
              </a:rPr>
              <a:t>Completion Date:    03-Aug-13</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1092334542"/>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3472485094"/>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Acquire</a:t>
                      </a:r>
                      <a:r>
                        <a:rPr lang="en-US" sz="1100" kern="1200" baseline="0" dirty="0">
                          <a:solidFill>
                            <a:schemeClr val="tx1">
                              <a:lumMod val="50000"/>
                              <a:lumOff val="50000"/>
                            </a:schemeClr>
                          </a:solidFill>
                          <a:latin typeface="+mj-lt"/>
                          <a:ea typeface="+mn-ea"/>
                          <a:cs typeface="Arial" pitchFamily="34" charset="0"/>
                        </a:rPr>
                        <a:t> portable generator (20 Kw) in order to attend efficiently the energy failure events we need some small power generators that manage the power consumption that the Node B.</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3236740699"/>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20-Feb-13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196880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400">
              <a:solidFill>
                <a:schemeClr val="bg1">
                  <a:lumMod val="50000"/>
                </a:schemeClr>
              </a:solidFill>
            </a:endParaRPr>
          </a:p>
          <a:p>
            <a:endParaRPr lang="en-US" sz="1400">
              <a:solidFill>
                <a:schemeClr val="bg1">
                  <a:lumMod val="50000"/>
                </a:schemeClr>
              </a:solidFill>
            </a:endParaRPr>
          </a:p>
          <a:p>
            <a:r>
              <a:rPr lang="en-US" sz="1200">
                <a:solidFill>
                  <a:schemeClr val="bg1">
                    <a:lumMod val="50000"/>
                  </a:schemeClr>
                </a:solidFill>
              </a:rPr>
              <a:t>Batt. Bank 90G15 Backup Increase      </a:t>
            </a:r>
          </a:p>
          <a:p>
            <a:r>
              <a:rPr lang="en-US" sz="1200">
                <a:solidFill>
                  <a:schemeClr val="bg1">
                    <a:lumMod val="50000"/>
                  </a:schemeClr>
                </a:solidFill>
              </a:rPr>
              <a:t>13-3G-FL015</a:t>
            </a:r>
            <a:endParaRPr lang="en-US" sz="14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20-Feb-13     </a:t>
            </a:r>
          </a:p>
          <a:p>
            <a:r>
              <a:rPr lang="en-US" sz="1200" dirty="0">
                <a:solidFill>
                  <a:schemeClr val="bg1">
                    <a:lumMod val="50000"/>
                  </a:schemeClr>
                </a:solidFill>
              </a:rPr>
              <a:t>Completion Date:   03-Aug-13   </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dirty="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2738435556"/>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kern="1200" dirty="0">
                          <a:solidFill>
                            <a:schemeClr val="tx1">
                              <a:lumMod val="50000"/>
                              <a:lumOff val="50000"/>
                            </a:schemeClr>
                          </a:solidFill>
                          <a:latin typeface="+mn-lt"/>
                          <a:ea typeface="+mn-ea"/>
                          <a:cs typeface="Arial" pitchFamily="34" charset="0"/>
                        </a:rPr>
                        <a:t>I</a:t>
                      </a:r>
                      <a:r>
                        <a:rPr lang="en-US" sz="1200" b="1" kern="1200" dirty="0">
                          <a:solidFill>
                            <a:schemeClr val="tx1">
                              <a:lumMod val="50000"/>
                              <a:lumOff val="50000"/>
                            </a:schemeClr>
                          </a:solidFill>
                          <a:latin typeface="+mn-lt"/>
                          <a:ea typeface="+mn-ea"/>
                          <a:cs typeface="Arial" pitchFamily="34" charset="0"/>
                        </a:rPr>
                        <a:t>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2171324304"/>
              </p:ext>
            </p:extLst>
          </p:nvPr>
        </p:nvGraphicFramePr>
        <p:xfrm>
          <a:off x="3059832" y="620688"/>
          <a:ext cx="5820460" cy="685800"/>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Installation</a:t>
                      </a:r>
                      <a:r>
                        <a:rPr lang="en-US" sz="1100" kern="1200" baseline="0" dirty="0">
                          <a:solidFill>
                            <a:schemeClr val="tx1">
                              <a:lumMod val="50000"/>
                              <a:lumOff val="50000"/>
                            </a:schemeClr>
                          </a:solidFill>
                          <a:latin typeface="+mj-lt"/>
                          <a:ea typeface="+mn-ea"/>
                          <a:cs typeface="Arial" pitchFamily="34" charset="0"/>
                        </a:rPr>
                        <a:t> of 41 second </a:t>
                      </a:r>
                      <a:r>
                        <a:rPr lang="en-US" sz="1100" kern="1200" baseline="0" dirty="0" err="1">
                          <a:solidFill>
                            <a:schemeClr val="tx1">
                              <a:lumMod val="50000"/>
                              <a:lumOff val="50000"/>
                            </a:schemeClr>
                          </a:solidFill>
                          <a:latin typeface="+mj-lt"/>
                          <a:ea typeface="+mn-ea"/>
                          <a:cs typeface="Arial" pitchFamily="34" charset="0"/>
                        </a:rPr>
                        <a:t>batt</a:t>
                      </a:r>
                      <a:r>
                        <a:rPr lang="en-US" sz="1100" kern="1200" baseline="0" dirty="0">
                          <a:solidFill>
                            <a:schemeClr val="tx1">
                              <a:lumMod val="50000"/>
                              <a:lumOff val="50000"/>
                            </a:schemeClr>
                          </a:solidFill>
                          <a:latin typeface="+mj-lt"/>
                          <a:ea typeface="+mn-ea"/>
                          <a:cs typeface="Arial" pitchFamily="34" charset="0"/>
                        </a:rPr>
                        <a:t> stack to ensure backup power for 4 hours at Node B (3G), to increase the availability of resources, call traffic and network performance in sites during AC fail, blackout </a:t>
                      </a:r>
                      <a:r>
                        <a:rPr lang="en-US" sz="1100" kern="1200" baseline="0">
                          <a:solidFill>
                            <a:schemeClr val="tx1">
                              <a:lumMod val="50000"/>
                              <a:lumOff val="50000"/>
                            </a:schemeClr>
                          </a:solidFill>
                          <a:latin typeface="+mj-lt"/>
                          <a:ea typeface="+mn-ea"/>
                          <a:cs typeface="Arial" pitchFamily="34" charset="0"/>
                        </a:rPr>
                        <a:t>and contingencies. </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3484773185"/>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20-Feb-13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82950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HVAC 5 TR Capacity     </a:t>
            </a:r>
          </a:p>
          <a:p>
            <a:r>
              <a:rPr lang="en-US" sz="1400">
                <a:solidFill>
                  <a:schemeClr val="bg1">
                    <a:lumMod val="50000"/>
                  </a:schemeClr>
                </a:solidFill>
              </a:rPr>
              <a:t>13-3G-FL017</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a:solidFill>
                  <a:schemeClr val="bg1">
                    <a:lumMod val="50000"/>
                  </a:schemeClr>
                </a:solidFill>
              </a:rPr>
              <a:t>Start Date:              20-Feb-13  </a:t>
            </a:r>
          </a:p>
          <a:p>
            <a:r>
              <a:rPr lang="en-US" sz="1200">
                <a:solidFill>
                  <a:schemeClr val="bg1">
                    <a:lumMod val="50000"/>
                  </a:schemeClr>
                </a:solidFill>
              </a:rPr>
              <a:t>Completion Date:    03-Aug-13</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904948031"/>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4106241186"/>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Increase</a:t>
                      </a:r>
                      <a:r>
                        <a:rPr lang="en-US" sz="1100" kern="1200" baseline="0" dirty="0">
                          <a:solidFill>
                            <a:schemeClr val="tx1">
                              <a:lumMod val="50000"/>
                              <a:lumOff val="50000"/>
                            </a:schemeClr>
                          </a:solidFill>
                          <a:latin typeface="+mj-lt"/>
                          <a:ea typeface="+mn-ea"/>
                          <a:cs typeface="Arial" pitchFamily="34" charset="0"/>
                        </a:rPr>
                        <a:t> the cooler capacity to mitigate the thermal load increase caused by 2G growing and 3G recent installation in 17 sites with multi-tech.</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3597425750"/>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20-Feb-13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878258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200">
                <a:solidFill>
                  <a:schemeClr val="bg1">
                    <a:lumMod val="50000"/>
                  </a:schemeClr>
                </a:solidFill>
              </a:rPr>
              <a:t>Battery Bank 90G15 replace damage – DC Power Plant     </a:t>
            </a:r>
          </a:p>
          <a:p>
            <a:r>
              <a:rPr lang="en-US" sz="1200">
                <a:solidFill>
                  <a:schemeClr val="bg1">
                    <a:lumMod val="50000"/>
                  </a:schemeClr>
                </a:solidFill>
              </a:rPr>
              <a:t>13-3G-FL018</a:t>
            </a:r>
            <a:endParaRPr lang="en-US" sz="14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20-Feb-13  </a:t>
            </a:r>
          </a:p>
          <a:p>
            <a:r>
              <a:rPr lang="en-US" sz="1200" dirty="0">
                <a:solidFill>
                  <a:schemeClr val="bg1">
                    <a:lumMod val="50000"/>
                  </a:schemeClr>
                </a:solidFill>
              </a:rPr>
              <a:t>Completion Date:    03-Aug-13</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2555313598"/>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kern="1200" dirty="0">
                          <a:solidFill>
                            <a:schemeClr val="tx1">
                              <a:lumMod val="50000"/>
                              <a:lumOff val="50000"/>
                            </a:schemeClr>
                          </a:solidFill>
                          <a:latin typeface="+mn-lt"/>
                          <a:ea typeface="+mn-ea"/>
                          <a:cs typeface="Arial" pitchFamily="34" charset="0"/>
                        </a:rPr>
                        <a:t>I</a:t>
                      </a:r>
                      <a:r>
                        <a:rPr lang="en-US" sz="1200" b="1" kern="1200" dirty="0">
                          <a:solidFill>
                            <a:schemeClr val="tx1">
                              <a:lumMod val="50000"/>
                              <a:lumOff val="50000"/>
                            </a:schemeClr>
                          </a:solidFill>
                          <a:latin typeface="+mn-lt"/>
                          <a:ea typeface="+mn-ea"/>
                          <a:cs typeface="Arial" pitchFamily="34" charset="0"/>
                        </a:rPr>
                        <a:t>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2996359505"/>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Replace</a:t>
                      </a:r>
                      <a:r>
                        <a:rPr lang="en-US" sz="1100" kern="1200" baseline="0" dirty="0">
                          <a:solidFill>
                            <a:schemeClr val="tx1">
                              <a:lumMod val="50000"/>
                              <a:lumOff val="50000"/>
                            </a:schemeClr>
                          </a:solidFill>
                          <a:latin typeface="+mj-lt"/>
                          <a:ea typeface="+mn-ea"/>
                          <a:cs typeface="Arial" pitchFamily="34" charset="0"/>
                        </a:rPr>
                        <a:t> of 14 damage </a:t>
                      </a:r>
                      <a:r>
                        <a:rPr lang="en-US" sz="1100" kern="1200" baseline="0" dirty="0" err="1">
                          <a:solidFill>
                            <a:schemeClr val="tx1">
                              <a:lumMod val="50000"/>
                              <a:lumOff val="50000"/>
                            </a:schemeClr>
                          </a:solidFill>
                          <a:latin typeface="+mj-lt"/>
                          <a:ea typeface="+mn-ea"/>
                          <a:cs typeface="Arial" pitchFamily="34" charset="0"/>
                        </a:rPr>
                        <a:t>Batt</a:t>
                      </a:r>
                      <a:r>
                        <a:rPr lang="en-US" sz="1100" kern="1200" baseline="0" dirty="0">
                          <a:solidFill>
                            <a:schemeClr val="tx1">
                              <a:lumMod val="50000"/>
                              <a:lumOff val="50000"/>
                            </a:schemeClr>
                          </a:solidFill>
                          <a:latin typeface="+mj-lt"/>
                          <a:ea typeface="+mn-ea"/>
                          <a:cs typeface="Arial" pitchFamily="34" charset="0"/>
                        </a:rPr>
                        <a:t> Stack to guarantee backup for 4 hours in 3G Sites (Collocation) </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1849918676"/>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20-Feb-13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362271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HVAC Replacement     </a:t>
            </a:r>
          </a:p>
          <a:p>
            <a:r>
              <a:rPr lang="en-US" sz="1400">
                <a:solidFill>
                  <a:schemeClr val="bg1">
                    <a:lumMod val="50000"/>
                  </a:schemeClr>
                </a:solidFill>
              </a:rPr>
              <a:t>13-3G-FL019</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a:solidFill>
                  <a:schemeClr val="bg1">
                    <a:lumMod val="50000"/>
                  </a:schemeClr>
                </a:solidFill>
              </a:rPr>
              <a:t>Start Date:             20-Feb-13     </a:t>
            </a:r>
          </a:p>
          <a:p>
            <a:r>
              <a:rPr lang="en-US" sz="1200">
                <a:solidFill>
                  <a:schemeClr val="bg1">
                    <a:lumMod val="50000"/>
                  </a:schemeClr>
                </a:solidFill>
              </a:rPr>
              <a:t>Completion Date:   03-Aug-13</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2336484026"/>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kern="1200" dirty="0">
                          <a:solidFill>
                            <a:schemeClr val="tx1">
                              <a:lumMod val="50000"/>
                              <a:lumOff val="50000"/>
                            </a:schemeClr>
                          </a:solidFill>
                          <a:latin typeface="+mn-lt"/>
                          <a:ea typeface="+mn-ea"/>
                          <a:cs typeface="Arial" pitchFamily="34" charset="0"/>
                        </a:rPr>
                        <a:t>I</a:t>
                      </a:r>
                      <a:r>
                        <a:rPr lang="en-US" sz="1200" b="1" kern="1200" dirty="0">
                          <a:solidFill>
                            <a:schemeClr val="tx1">
                              <a:lumMod val="50000"/>
                              <a:lumOff val="50000"/>
                            </a:schemeClr>
                          </a:solidFill>
                          <a:latin typeface="+mn-lt"/>
                          <a:ea typeface="+mn-ea"/>
                          <a:cs typeface="Arial" pitchFamily="34" charset="0"/>
                        </a:rPr>
                        <a:t>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329477719"/>
              </p:ext>
            </p:extLst>
          </p:nvPr>
        </p:nvGraphicFramePr>
        <p:xfrm>
          <a:off x="3059832" y="620688"/>
          <a:ext cx="5820460" cy="685800"/>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Replace</a:t>
                      </a:r>
                      <a:r>
                        <a:rPr lang="en-US" sz="1100" kern="1200" baseline="0" dirty="0">
                          <a:solidFill>
                            <a:schemeClr val="tx1">
                              <a:lumMod val="50000"/>
                              <a:lumOff val="50000"/>
                            </a:schemeClr>
                          </a:solidFill>
                          <a:latin typeface="+mj-lt"/>
                          <a:ea typeface="+mn-ea"/>
                          <a:cs typeface="Arial" pitchFamily="34" charset="0"/>
                        </a:rPr>
                        <a:t> 15 HVAC in sites near to the coast. Severe weather conditions cause failures into HVAC equipment´s such as saltpeter and corrosion. The change of this equipment is necessary in order to reduce fails and problems of performance due to HVAC failures.</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3282023914"/>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20-Feb-13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679877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200">
                <a:solidFill>
                  <a:schemeClr val="bg1">
                    <a:lumMod val="50000"/>
                  </a:schemeClr>
                </a:solidFill>
              </a:rPr>
              <a:t>Battery Bank 90G15 contingencies     </a:t>
            </a:r>
          </a:p>
          <a:p>
            <a:r>
              <a:rPr lang="en-US" sz="1200">
                <a:solidFill>
                  <a:schemeClr val="bg1">
                    <a:lumMod val="50000"/>
                  </a:schemeClr>
                </a:solidFill>
              </a:rPr>
              <a:t>13-3G-FL020</a:t>
            </a:r>
            <a:endParaRPr lang="en-US" sz="14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20-Feb-13         </a:t>
            </a:r>
          </a:p>
          <a:p>
            <a:r>
              <a:rPr lang="en-US" sz="1200" dirty="0">
                <a:solidFill>
                  <a:schemeClr val="bg1">
                    <a:lumMod val="50000"/>
                  </a:schemeClr>
                </a:solidFill>
              </a:rPr>
              <a:t>Completion Date</a:t>
            </a:r>
            <a:r>
              <a:rPr lang="en-US" sz="1200">
                <a:solidFill>
                  <a:schemeClr val="bg1">
                    <a:lumMod val="50000"/>
                  </a:schemeClr>
                </a:solidFill>
              </a:rPr>
              <a:t>:   03-Aug-13</a:t>
            </a:r>
            <a:endParaRPr lang="en-US" sz="1200" dirty="0">
              <a:solidFill>
                <a:schemeClr val="bg1">
                  <a:lumMod val="50000"/>
                </a:schemeClr>
              </a:solidFill>
            </a:endParaRP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dirty="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2485150978"/>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1253772880"/>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To</a:t>
                      </a:r>
                      <a:r>
                        <a:rPr lang="en-US" sz="1100" kern="1200" baseline="0" dirty="0">
                          <a:solidFill>
                            <a:schemeClr val="tx1">
                              <a:lumMod val="50000"/>
                              <a:lumOff val="50000"/>
                            </a:schemeClr>
                          </a:solidFill>
                          <a:latin typeface="+mj-lt"/>
                          <a:ea typeface="+mn-ea"/>
                          <a:cs typeface="Arial" pitchFamily="34" charset="0"/>
                        </a:rPr>
                        <a:t> acquire 30 Battery Banks in reserve and to install in case of theft or vandalism. Also to replace out of spec battery banks when encountered.</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265810295"/>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20-Feb-13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984114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Rectifier EPW30-48A Model      </a:t>
            </a:r>
          </a:p>
          <a:p>
            <a:r>
              <a:rPr lang="en-US" sz="1400">
                <a:solidFill>
                  <a:schemeClr val="bg1">
                    <a:lumMod val="50000"/>
                  </a:schemeClr>
                </a:solidFill>
              </a:rPr>
              <a:t>13-3G-FL021</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24-Feb-13        </a:t>
            </a:r>
          </a:p>
          <a:p>
            <a:r>
              <a:rPr lang="en-US" sz="1200" dirty="0">
                <a:solidFill>
                  <a:schemeClr val="bg1">
                    <a:lumMod val="50000"/>
                  </a:schemeClr>
                </a:solidFill>
              </a:rPr>
              <a:t>Completion Date:   19-Jun-13   </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Spares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3964973745"/>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206108961"/>
              </p:ext>
            </p:extLst>
          </p:nvPr>
        </p:nvGraphicFramePr>
        <p:xfrm>
          <a:off x="3059832" y="620688"/>
          <a:ext cx="5820460" cy="685800"/>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Acquire</a:t>
                      </a:r>
                      <a:r>
                        <a:rPr lang="en-US" sz="1100" kern="1200" baseline="0" dirty="0">
                          <a:solidFill>
                            <a:schemeClr val="tx1">
                              <a:lumMod val="50000"/>
                              <a:lumOff val="50000"/>
                            </a:schemeClr>
                          </a:solidFill>
                          <a:latin typeface="+mj-lt"/>
                          <a:ea typeface="+mn-ea"/>
                          <a:cs typeface="Arial" pitchFamily="34" charset="0"/>
                        </a:rPr>
                        <a:t> 22 additional rectifiers model EPW30-48A as spare stock to support failures and damage at DC power plant installed in 3G sites (Aggregator, MW Hub Site, Node B) in order to guarantee mean time to store. </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483584520"/>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24-Feb-13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01-Mar-13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07-Mar-13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12-May-13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13-May</a:t>
                      </a:r>
                      <a:r>
                        <a:rPr lang="en-US" sz="1000" b="0" i="0" u="none" strike="noStrike" baseline="0" dirty="0">
                          <a:solidFill>
                            <a:srgbClr val="808080"/>
                          </a:solidFill>
                          <a:effectLst/>
                          <a:latin typeface="NII Sans"/>
                        </a:rPr>
                        <a:t>-13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18-May-13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19-May-13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08-Jun-13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09-Jun-13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18-Jun-13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19-Jun-13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19-Jun-13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74863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200">
                <a:solidFill>
                  <a:schemeClr val="bg1">
                    <a:lumMod val="50000"/>
                  </a:schemeClr>
                </a:solidFill>
              </a:rPr>
              <a:t>Swap DC Pover Plant (Spare recovery)      </a:t>
            </a:r>
          </a:p>
          <a:p>
            <a:r>
              <a:rPr lang="en-US" sz="1200">
                <a:solidFill>
                  <a:schemeClr val="bg1">
                    <a:lumMod val="50000"/>
                  </a:schemeClr>
                </a:solidFill>
              </a:rPr>
              <a:t>13-3G-FL022</a:t>
            </a:r>
            <a:endParaRPr lang="en-US" sz="14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24-Feb-13    </a:t>
            </a:r>
          </a:p>
          <a:p>
            <a:r>
              <a:rPr lang="en-US" sz="1200" dirty="0">
                <a:solidFill>
                  <a:schemeClr val="bg1">
                    <a:lumMod val="50000"/>
                  </a:schemeClr>
                </a:solidFill>
              </a:rPr>
              <a:t>Completion Date:  30-Jul-13    </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Spares </a:t>
            </a:r>
            <a:r>
              <a:rPr lang="en-US" sz="1200" dirty="0">
                <a:solidFill>
                  <a:schemeClr val="tx1">
                    <a:lumMod val="50000"/>
                    <a:lumOff val="50000"/>
                  </a:schemeClr>
                </a:solidFill>
                <a:latin typeface="+mj-lt"/>
                <a:cs typeface="Arial" pitchFamily="34" charset="0"/>
              </a:rPr>
              <a:t>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2071311158"/>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3900315088"/>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Replace</a:t>
                      </a:r>
                      <a:r>
                        <a:rPr lang="en-US" sz="1100" kern="1200" baseline="0" dirty="0">
                          <a:solidFill>
                            <a:schemeClr val="tx1">
                              <a:lumMod val="50000"/>
                              <a:lumOff val="50000"/>
                            </a:schemeClr>
                          </a:solidFill>
                          <a:latin typeface="+mj-lt"/>
                          <a:ea typeface="+mn-ea"/>
                          <a:cs typeface="Arial" pitchFamily="34" charset="0"/>
                        </a:rPr>
                        <a:t> the current EOL DC Power Plant in 22 sites with the new technology. Generate spares for like EOL Plants currently supporting IDEN/3G Sites in Mexico.</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32656"/>
            <a:ext cx="288032" cy="288032"/>
          </a:xfrm>
          <a:prstGeom prst="ellipse">
            <a:avLst/>
          </a:prstGeom>
          <a:solidFill>
            <a:srgbClr val="00B05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915050503"/>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24-Feb-13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01-Mar-13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07-Mar-13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15-Mar-13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On</a:t>
                      </a:r>
                      <a:r>
                        <a:rPr lang="en-US" sz="1000" b="1" i="0" u="none" strike="noStrike" kern="1200" baseline="0" dirty="0">
                          <a:solidFill>
                            <a:schemeClr val="tx1"/>
                          </a:solidFill>
                          <a:effectLst/>
                          <a:latin typeface="NII Sans"/>
                          <a:ea typeface="+mn-ea"/>
                          <a:cs typeface="+mn-cs"/>
                        </a:rPr>
                        <a:t> going</a:t>
                      </a:r>
                      <a:endParaRPr lang="en-US" sz="1000" b="1"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30-May-13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01-Jun-13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05-Jun-13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06-Jun-13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14-Jun-13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15-Jul-13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30-Jul-13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125425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VMSC Erlang Licenses     </a:t>
            </a:r>
          </a:p>
          <a:p>
            <a:r>
              <a:rPr lang="en-US" sz="1400">
                <a:solidFill>
                  <a:schemeClr val="bg1">
                    <a:lumMod val="50000"/>
                  </a:schemeClr>
                </a:solidFill>
              </a:rPr>
              <a:t>13-3G-COR010</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a:solidFill>
                  <a:schemeClr val="bg1">
                    <a:lumMod val="50000"/>
                  </a:schemeClr>
                </a:solidFill>
              </a:rPr>
              <a:t>Start Date:             25-Feb-13    </a:t>
            </a:r>
          </a:p>
          <a:p>
            <a:r>
              <a:rPr lang="en-US" sz="1200">
                <a:solidFill>
                  <a:schemeClr val="bg1">
                    <a:lumMod val="50000"/>
                  </a:schemeClr>
                </a:solidFill>
              </a:rPr>
              <a:t>Completion Date:   29-Jul-13   </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Licenses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704278562"/>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491366390"/>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baseline="0" dirty="0">
                          <a:solidFill>
                            <a:schemeClr val="tx1">
                              <a:lumMod val="50000"/>
                              <a:lumOff val="50000"/>
                            </a:schemeClr>
                          </a:solidFill>
                          <a:latin typeface="+mj-lt"/>
                          <a:ea typeface="+mn-ea"/>
                          <a:cs typeface="Arial" pitchFamily="34" charset="0"/>
                        </a:rPr>
                        <a:t>Increase the licenses VMSC </a:t>
                      </a:r>
                      <a:r>
                        <a:rPr lang="en-US" sz="1100" kern="1200" baseline="0" dirty="0" err="1">
                          <a:solidFill>
                            <a:schemeClr val="tx1">
                              <a:lumMod val="50000"/>
                              <a:lumOff val="50000"/>
                            </a:schemeClr>
                          </a:solidFill>
                          <a:latin typeface="+mj-lt"/>
                          <a:ea typeface="+mn-ea"/>
                          <a:cs typeface="Arial" pitchFamily="34" charset="0"/>
                        </a:rPr>
                        <a:t>Erlang</a:t>
                      </a:r>
                      <a:r>
                        <a:rPr lang="en-US" sz="1100" kern="1200" baseline="0" dirty="0">
                          <a:solidFill>
                            <a:schemeClr val="tx1">
                              <a:lumMod val="50000"/>
                              <a:lumOff val="50000"/>
                            </a:schemeClr>
                          </a:solidFill>
                          <a:latin typeface="+mj-lt"/>
                          <a:ea typeface="+mn-ea"/>
                          <a:cs typeface="Arial" pitchFamily="34" charset="0"/>
                        </a:rPr>
                        <a:t> in the CORE equipment to Guadalajara, Tlalnepantla, Merida, Monterrey y Tijuana.</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996517813"/>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25-Feb-13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13-Mar-13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14-Mar-13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27-Mar-13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10-Apr-13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11-Apr-13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17-Apr-13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09-Jun-13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10-Jun-13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17-Jun-13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18-Jun-13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21-Jun-13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201423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s-MX" sz="1600" dirty="0">
              <a:solidFill>
                <a:schemeClr val="bg1">
                  <a:lumMod val="50000"/>
                </a:schemeClr>
              </a:solidFill>
            </a:endParaRPr>
          </a:p>
          <a:p>
            <a:endParaRPr lang="es-MX" sz="1600" dirty="0">
              <a:solidFill>
                <a:schemeClr val="bg1">
                  <a:lumMod val="50000"/>
                </a:schemeClr>
              </a:solidFill>
            </a:endParaRPr>
          </a:p>
          <a:p>
            <a:r>
              <a:rPr lang="en-US" sz="1400" dirty="0">
                <a:solidFill>
                  <a:schemeClr val="bg1">
                    <a:lumMod val="50000"/>
                  </a:schemeClr>
                </a:solidFill>
              </a:rPr>
              <a:t>VMGW </a:t>
            </a:r>
            <a:r>
              <a:rPr lang="en-US" sz="1400" dirty="0" err="1">
                <a:solidFill>
                  <a:schemeClr val="bg1">
                    <a:lumMod val="50000"/>
                  </a:schemeClr>
                </a:solidFill>
              </a:rPr>
              <a:t>Erlang</a:t>
            </a:r>
            <a:r>
              <a:rPr lang="en-US" sz="1400" dirty="0">
                <a:solidFill>
                  <a:schemeClr val="bg1">
                    <a:lumMod val="50000"/>
                  </a:schemeClr>
                </a:solidFill>
              </a:rPr>
              <a:t> Licenses     </a:t>
            </a:r>
          </a:p>
          <a:p>
            <a:r>
              <a:rPr lang="en-US" sz="1400">
                <a:solidFill>
                  <a:schemeClr val="bg1">
                    <a:lumMod val="50000"/>
                  </a:schemeClr>
                </a:solidFill>
              </a:rPr>
              <a:t>13-3G-COR011</a:t>
            </a:r>
            <a:endParaRPr lang="es-MX" sz="1600" dirty="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a:t>Project </a:t>
            </a:r>
            <a:r>
              <a:rPr lang="es-MX" sz="1400" dirty="0" err="1"/>
              <a:t>Title</a:t>
            </a:r>
            <a:r>
              <a:rPr lang="es-MX" sz="1400" dirty="0"/>
              <a:t>/ID</a:t>
            </a:r>
            <a:endParaRPr lang="en-US" sz="1400" dirty="0"/>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s-MX" sz="1200" dirty="0" err="1">
                <a:solidFill>
                  <a:schemeClr val="bg1">
                    <a:lumMod val="50000"/>
                  </a:schemeClr>
                </a:solidFill>
              </a:rPr>
              <a:t>Start</a:t>
            </a:r>
            <a:r>
              <a:rPr lang="es-MX" sz="1200" dirty="0">
                <a:solidFill>
                  <a:schemeClr val="bg1">
                    <a:lumMod val="50000"/>
                  </a:schemeClr>
                </a:solidFill>
              </a:rPr>
              <a:t> Date:             25-Feb-13   </a:t>
            </a:r>
          </a:p>
          <a:p>
            <a:r>
              <a:rPr lang="es-MX" sz="1200" dirty="0" err="1">
                <a:solidFill>
                  <a:schemeClr val="bg1">
                    <a:lumMod val="50000"/>
                  </a:schemeClr>
                </a:solidFill>
              </a:rPr>
              <a:t>Completion</a:t>
            </a:r>
            <a:r>
              <a:rPr lang="es-MX" sz="1200" dirty="0">
                <a:solidFill>
                  <a:schemeClr val="bg1">
                    <a:lumMod val="50000"/>
                  </a:schemeClr>
                </a:solidFill>
              </a:rPr>
              <a:t> Date:   29-Jul-13   </a:t>
            </a:r>
            <a:endParaRPr lang="en-US" sz="1200" dirty="0">
              <a:solidFill>
                <a:schemeClr val="bg1">
                  <a:lumMod val="50000"/>
                </a:schemeClr>
              </a:solidFill>
            </a:endParaRP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Timeline</a:t>
            </a:r>
            <a:r>
              <a:rPr lang="es-MX" sz="1400" dirty="0"/>
              <a:t> / ETC</a:t>
            </a:r>
            <a:endParaRPr lang="en-US" sz="1400" dirty="0"/>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Issues</a:t>
            </a:r>
            <a:r>
              <a:rPr lang="es-MX" sz="1400" dirty="0"/>
              <a:t> / </a:t>
            </a:r>
            <a:r>
              <a:rPr lang="es-MX" sz="1400" dirty="0" err="1"/>
              <a:t>Risks</a:t>
            </a:r>
            <a:endParaRPr lang="en-US" sz="1400" dirty="0"/>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s-MX" sz="1100" dirty="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Description</a:t>
            </a:r>
            <a:r>
              <a:rPr lang="es-MX" sz="1400" dirty="0"/>
              <a:t> / </a:t>
            </a:r>
            <a:r>
              <a:rPr lang="es-MX" sz="1400" dirty="0" err="1"/>
              <a:t>Comments</a:t>
            </a:r>
            <a:endParaRPr lang="en-US" sz="1400" dirty="0"/>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s-E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s-E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s-ES" sz="1200" dirty="0" err="1">
                <a:solidFill>
                  <a:schemeClr val="tx1">
                    <a:lumMod val="50000"/>
                    <a:lumOff val="50000"/>
                  </a:schemeClr>
                </a:solidFill>
                <a:latin typeface="+mj-lt"/>
                <a:cs typeface="Arial" pitchFamily="34" charset="0"/>
              </a:rPr>
              <a:t>Licenses</a:t>
            </a:r>
            <a:r>
              <a:rPr lang="es-ES" sz="1200" dirty="0">
                <a:solidFill>
                  <a:schemeClr val="tx1">
                    <a:lumMod val="50000"/>
                    <a:lumOff val="50000"/>
                  </a:schemeClr>
                </a:solidFill>
                <a:latin typeface="+mj-lt"/>
                <a:cs typeface="Arial" pitchFamily="34" charset="0"/>
              </a:rPr>
              <a:t> in </a:t>
            </a:r>
            <a:r>
              <a:rPr lang="es-ES" sz="1200" dirty="0" err="1">
                <a:solidFill>
                  <a:schemeClr val="tx1">
                    <a:lumMod val="50000"/>
                    <a:lumOff val="50000"/>
                  </a:schemeClr>
                </a:solidFill>
                <a:latin typeface="+mj-lt"/>
                <a:cs typeface="Arial" pitchFamily="34" charset="0"/>
              </a:rPr>
              <a:t>requisition</a:t>
            </a:r>
            <a:r>
              <a:rPr lang="es-ES" sz="1200" dirty="0">
                <a:solidFill>
                  <a:schemeClr val="tx1">
                    <a:lumMod val="50000"/>
                    <a:lumOff val="50000"/>
                  </a:schemeClr>
                </a:solidFill>
                <a:latin typeface="+mj-lt"/>
                <a:cs typeface="Arial" pitchFamily="34" charset="0"/>
              </a:rPr>
              <a:t> </a:t>
            </a:r>
            <a:r>
              <a:rPr lang="es-ES" sz="1200" dirty="0" err="1">
                <a:solidFill>
                  <a:schemeClr val="tx1">
                    <a:lumMod val="50000"/>
                    <a:lumOff val="50000"/>
                  </a:schemeClr>
                </a:solidFill>
                <a:latin typeface="+mj-lt"/>
                <a:cs typeface="Arial" pitchFamily="34" charset="0"/>
              </a:rPr>
              <a:t>by</a:t>
            </a:r>
            <a:r>
              <a:rPr lang="es-ES" sz="1200" dirty="0">
                <a:solidFill>
                  <a:schemeClr val="tx1">
                    <a:lumMod val="50000"/>
                    <a:lumOff val="50000"/>
                  </a:schemeClr>
                </a:solidFill>
                <a:latin typeface="+mj-lt"/>
                <a:cs typeface="Arial" pitchFamily="34" charset="0"/>
              </a:rPr>
              <a:t>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a:t>Complete </a:t>
            </a:r>
            <a:r>
              <a:rPr lang="es-MX" sz="1400" dirty="0" err="1"/>
              <a:t>Activities</a:t>
            </a:r>
            <a:endParaRPr lang="en-US" sz="1400" dirty="0"/>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s-ES_tradnl" sz="1200" dirty="0" err="1">
                <a:solidFill>
                  <a:schemeClr val="tx1">
                    <a:lumMod val="50000"/>
                    <a:lumOff val="50000"/>
                  </a:schemeClr>
                </a:solidFill>
                <a:cs typeface="Arial" pitchFamily="34" charset="0"/>
              </a:rPr>
              <a:t>Validate</a:t>
            </a:r>
            <a:r>
              <a:rPr lang="es-ES_tradnl" sz="1200" dirty="0">
                <a:solidFill>
                  <a:schemeClr val="tx1">
                    <a:lumMod val="50000"/>
                    <a:lumOff val="50000"/>
                  </a:schemeClr>
                </a:solidFill>
                <a:cs typeface="Arial" pitchFamily="34" charset="0"/>
              </a:rPr>
              <a:t> </a:t>
            </a:r>
            <a:r>
              <a:rPr lang="es-ES_tradnl" sz="1200" dirty="0" err="1">
                <a:solidFill>
                  <a:schemeClr val="tx1">
                    <a:lumMod val="50000"/>
                    <a:lumOff val="50000"/>
                  </a:schemeClr>
                </a:solidFill>
                <a:cs typeface="Arial" pitchFamily="34" charset="0"/>
              </a:rPr>
              <a:t>with</a:t>
            </a:r>
            <a:r>
              <a:rPr lang="es-ES_tradnl" sz="1200" dirty="0">
                <a:solidFill>
                  <a:schemeClr val="tx1">
                    <a:lumMod val="50000"/>
                    <a:lumOff val="50000"/>
                  </a:schemeClr>
                </a:solidFill>
                <a:cs typeface="Arial" pitchFamily="34" charset="0"/>
              </a:rPr>
              <a:t> Juan Perez </a:t>
            </a:r>
            <a:r>
              <a:rPr lang="es-ES_tradnl" sz="1200" dirty="0" err="1">
                <a:solidFill>
                  <a:schemeClr val="tx1">
                    <a:lumMod val="50000"/>
                    <a:lumOff val="50000"/>
                  </a:schemeClr>
                </a:solidFill>
                <a:cs typeface="Arial" pitchFamily="34" charset="0"/>
              </a:rPr>
              <a:t>the</a:t>
            </a:r>
            <a:r>
              <a:rPr lang="es-ES_tradnl" sz="1200" dirty="0">
                <a:solidFill>
                  <a:schemeClr val="tx1">
                    <a:lumMod val="50000"/>
                    <a:lumOff val="50000"/>
                  </a:schemeClr>
                </a:solidFill>
                <a:cs typeface="Arial" pitchFamily="34" charset="0"/>
              </a:rPr>
              <a:t> </a:t>
            </a:r>
            <a:r>
              <a:rPr lang="es-ES_tradnl" sz="1200" dirty="0" err="1">
                <a:solidFill>
                  <a:schemeClr val="tx1">
                    <a:lumMod val="50000"/>
                    <a:lumOff val="50000"/>
                  </a:schemeClr>
                </a:solidFill>
                <a:cs typeface="Arial" pitchFamily="34" charset="0"/>
              </a:rPr>
              <a:t>priority</a:t>
            </a:r>
            <a:r>
              <a:rPr lang="es-ES_tradnl" sz="1200" dirty="0">
                <a:solidFill>
                  <a:schemeClr val="tx1">
                    <a:lumMod val="50000"/>
                    <a:lumOff val="50000"/>
                  </a:schemeClr>
                </a:solidFill>
                <a:cs typeface="Arial" pitchFamily="34" charset="0"/>
              </a:rPr>
              <a:t> </a:t>
            </a:r>
            <a:r>
              <a:rPr lang="es-ES_tradnl" sz="1200" dirty="0" err="1">
                <a:solidFill>
                  <a:schemeClr val="tx1">
                    <a:lumMod val="50000"/>
                    <a:lumOff val="50000"/>
                  </a:schemeClr>
                </a:solidFill>
                <a:cs typeface="Arial" pitchFamily="34" charset="0"/>
              </a:rPr>
              <a:t>between</a:t>
            </a:r>
            <a:r>
              <a:rPr lang="es-ES_tradnl" sz="1200" dirty="0">
                <a:solidFill>
                  <a:schemeClr val="tx1">
                    <a:lumMod val="50000"/>
                    <a:lumOff val="50000"/>
                  </a:schemeClr>
                </a:solidFill>
                <a:cs typeface="Arial" pitchFamily="34" charset="0"/>
              </a:rPr>
              <a:t> IDEN and 3G </a:t>
            </a:r>
            <a:r>
              <a:rPr lang="es-ES_tradnl" sz="1200" dirty="0" err="1">
                <a:solidFill>
                  <a:schemeClr val="tx1">
                    <a:lumMod val="50000"/>
                    <a:lumOff val="50000"/>
                  </a:schemeClr>
                </a:solidFill>
                <a:cs typeface="Arial" pitchFamily="34" charset="0"/>
              </a:rPr>
              <a:t>projects</a:t>
            </a:r>
            <a:endParaRPr lang="es-ES_tradnl" sz="1200" dirty="0">
              <a:solidFill>
                <a:schemeClr val="tx1">
                  <a:lumMod val="50000"/>
                  <a:lumOff val="50000"/>
                </a:schemeClr>
              </a:solidFill>
              <a:cs typeface="Arial" pitchFamily="34" charset="0"/>
            </a:endParaRP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Next</a:t>
            </a:r>
            <a:r>
              <a:rPr lang="es-MX" sz="1400" dirty="0"/>
              <a:t> </a:t>
            </a:r>
            <a:r>
              <a:rPr lang="es-MX" sz="1400" dirty="0" err="1"/>
              <a:t>Steps</a:t>
            </a:r>
            <a:endParaRPr lang="en-US" sz="1400" dirty="0"/>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Milestones</a:t>
            </a:r>
            <a:r>
              <a:rPr lang="es-MX" sz="1400" dirty="0"/>
              <a:t> and Key Dates</a:t>
            </a:r>
            <a:endParaRPr lang="en-US" sz="1400" dirty="0"/>
          </a:p>
        </p:txBody>
      </p:sp>
      <p:graphicFrame>
        <p:nvGraphicFramePr>
          <p:cNvPr id="22" name="21 Tabla"/>
          <p:cNvGraphicFramePr>
            <a:graphicFrameLocks noGrp="1"/>
          </p:cNvGraphicFramePr>
          <p:nvPr>
            <p:extLst>
              <p:ext uri="{D42A27DB-BD31-4B8C-83A1-F6EECF244321}">
                <p14:modId xmlns:p14="http://schemas.microsoft.com/office/powerpoint/2010/main" val="3702309414"/>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200" dirty="0"/>
              <a:t>Project Manager: </a:t>
            </a:r>
            <a:r>
              <a:rPr lang="es-MX" sz="1200" b="1" dirty="0"/>
              <a:t>Marcos Trujillo</a:t>
            </a:r>
            <a:endParaRPr lang="en-US" sz="1200" b="1" dirty="0"/>
          </a:p>
        </p:txBody>
      </p:sp>
      <p:graphicFrame>
        <p:nvGraphicFramePr>
          <p:cNvPr id="26" name="25 Tabla"/>
          <p:cNvGraphicFramePr>
            <a:graphicFrameLocks noGrp="1"/>
          </p:cNvGraphicFramePr>
          <p:nvPr>
            <p:extLst>
              <p:ext uri="{D42A27DB-BD31-4B8C-83A1-F6EECF244321}">
                <p14:modId xmlns:p14="http://schemas.microsoft.com/office/powerpoint/2010/main" val="2639891396"/>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baseline="0" dirty="0">
                          <a:solidFill>
                            <a:schemeClr val="tx1">
                              <a:lumMod val="50000"/>
                              <a:lumOff val="50000"/>
                            </a:schemeClr>
                          </a:solidFill>
                          <a:latin typeface="+mj-lt"/>
                          <a:ea typeface="+mn-ea"/>
                          <a:cs typeface="Arial" pitchFamily="34" charset="0"/>
                        </a:rPr>
                        <a:t>Increase the licenses VMGW </a:t>
                      </a:r>
                      <a:r>
                        <a:rPr lang="en-US" sz="1100" kern="1200" baseline="0" dirty="0" err="1">
                          <a:solidFill>
                            <a:schemeClr val="tx1">
                              <a:lumMod val="50000"/>
                              <a:lumOff val="50000"/>
                            </a:schemeClr>
                          </a:solidFill>
                          <a:latin typeface="+mj-lt"/>
                          <a:ea typeface="+mn-ea"/>
                          <a:cs typeface="Arial" pitchFamily="34" charset="0"/>
                        </a:rPr>
                        <a:t>Erlang</a:t>
                      </a:r>
                      <a:r>
                        <a:rPr lang="en-US" sz="1100" kern="1200" baseline="0" dirty="0">
                          <a:solidFill>
                            <a:schemeClr val="tx1">
                              <a:lumMod val="50000"/>
                              <a:lumOff val="50000"/>
                            </a:schemeClr>
                          </a:solidFill>
                          <a:latin typeface="+mj-lt"/>
                          <a:ea typeface="+mn-ea"/>
                          <a:cs typeface="Arial" pitchFamily="34" charset="0"/>
                        </a:rPr>
                        <a:t>  on the </a:t>
                      </a:r>
                      <a:r>
                        <a:rPr lang="en-US" sz="1100" kern="1200" baseline="0">
                          <a:solidFill>
                            <a:schemeClr val="tx1">
                              <a:lumMod val="50000"/>
                              <a:lumOff val="50000"/>
                            </a:schemeClr>
                          </a:solidFill>
                          <a:latin typeface="+mj-lt"/>
                          <a:ea typeface="+mn-ea"/>
                          <a:cs typeface="Arial" pitchFamily="34" charset="0"/>
                        </a:rPr>
                        <a:t>CORE equipment to 24 markets.</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aphicFrame>
        <p:nvGraphicFramePr>
          <p:cNvPr id="4" name="3 Tabla"/>
          <p:cNvGraphicFramePr>
            <a:graphicFrameLocks noGrp="1"/>
          </p:cNvGraphicFramePr>
          <p:nvPr>
            <p:extLst>
              <p:ext uri="{D42A27DB-BD31-4B8C-83A1-F6EECF244321}">
                <p14:modId xmlns:p14="http://schemas.microsoft.com/office/powerpoint/2010/main" val="3910177904"/>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25-Feb-13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13-Mar-13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a:t>
                      </a:r>
                      <a:r>
                        <a:rPr lang="en-US" sz="1000" b="1" i="0" u="none" strike="noStrike" kern="1200" dirty="0">
                          <a:solidFill>
                            <a:srgbClr val="FFFFFF"/>
                          </a:solidFill>
                          <a:effectLst/>
                          <a:latin typeface="NII Sans"/>
                          <a:ea typeface="+mn-ea"/>
                          <a:cs typeface="+mn-cs"/>
                        </a:rPr>
                        <a:t>losed</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14-Mar-13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27-Mar-13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10-Apr-10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11-Apr-13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16-Apr-10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Delay</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17-Apr-13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09-Jun-10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10-Jun-13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17-Jun-10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18-Jun-13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21-Jul-10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28-Jul-10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29-Jul-10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69620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s-MX" sz="1600" dirty="0">
              <a:solidFill>
                <a:schemeClr val="bg1">
                  <a:lumMod val="50000"/>
                </a:schemeClr>
              </a:solidFill>
            </a:endParaRPr>
          </a:p>
          <a:p>
            <a:endParaRPr lang="es-MX" sz="1600" dirty="0">
              <a:solidFill>
                <a:schemeClr val="bg1">
                  <a:lumMod val="50000"/>
                </a:schemeClr>
              </a:solidFill>
            </a:endParaRPr>
          </a:p>
          <a:p>
            <a:r>
              <a:rPr lang="en-US" sz="1400" dirty="0">
                <a:solidFill>
                  <a:schemeClr val="bg1">
                    <a:lumMod val="50000"/>
                  </a:schemeClr>
                </a:solidFill>
              </a:rPr>
              <a:t>GMSC </a:t>
            </a:r>
            <a:r>
              <a:rPr lang="en-US" sz="1400" dirty="0" err="1">
                <a:solidFill>
                  <a:schemeClr val="bg1">
                    <a:lumMod val="50000"/>
                  </a:schemeClr>
                </a:solidFill>
              </a:rPr>
              <a:t>Erlang</a:t>
            </a:r>
            <a:r>
              <a:rPr lang="en-US" sz="1400" dirty="0">
                <a:solidFill>
                  <a:schemeClr val="bg1">
                    <a:lumMod val="50000"/>
                  </a:schemeClr>
                </a:solidFill>
              </a:rPr>
              <a:t> Licenses     </a:t>
            </a:r>
          </a:p>
          <a:p>
            <a:r>
              <a:rPr lang="en-US" sz="1400" dirty="0">
                <a:solidFill>
                  <a:schemeClr val="bg1">
                    <a:lumMod val="50000"/>
                  </a:schemeClr>
                </a:solidFill>
              </a:rPr>
              <a:t>13-3G-COR12</a:t>
            </a:r>
            <a:endParaRPr lang="es-MX" sz="1600" dirty="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a:t>Project </a:t>
            </a:r>
            <a:r>
              <a:rPr lang="es-MX" sz="1400" dirty="0" err="1"/>
              <a:t>Title</a:t>
            </a:r>
            <a:r>
              <a:rPr lang="es-MX" sz="1400" dirty="0"/>
              <a:t>/ID</a:t>
            </a:r>
            <a:endParaRPr lang="en-US" sz="1400" dirty="0"/>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s-MX" sz="1200" dirty="0" err="1">
                <a:solidFill>
                  <a:schemeClr val="bg1">
                    <a:lumMod val="50000"/>
                  </a:schemeClr>
                </a:solidFill>
              </a:rPr>
              <a:t>Start</a:t>
            </a:r>
            <a:r>
              <a:rPr lang="es-MX" sz="1200" dirty="0">
                <a:solidFill>
                  <a:schemeClr val="bg1">
                    <a:lumMod val="50000"/>
                  </a:schemeClr>
                </a:solidFill>
              </a:rPr>
              <a:t> Date:             28-Feb-13   </a:t>
            </a:r>
          </a:p>
          <a:p>
            <a:r>
              <a:rPr lang="es-MX" sz="1200" dirty="0" err="1">
                <a:solidFill>
                  <a:schemeClr val="bg1">
                    <a:lumMod val="50000"/>
                  </a:schemeClr>
                </a:solidFill>
              </a:rPr>
              <a:t>Completion</a:t>
            </a:r>
            <a:r>
              <a:rPr lang="es-MX" sz="1200" dirty="0">
                <a:solidFill>
                  <a:schemeClr val="bg1">
                    <a:lumMod val="50000"/>
                  </a:schemeClr>
                </a:solidFill>
              </a:rPr>
              <a:t> Date:   29-Aug-13  </a:t>
            </a:r>
            <a:endParaRPr lang="en-US" sz="1200" dirty="0">
              <a:solidFill>
                <a:schemeClr val="bg1">
                  <a:lumMod val="50000"/>
                </a:schemeClr>
              </a:solidFill>
            </a:endParaRP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Timeline</a:t>
            </a:r>
            <a:r>
              <a:rPr lang="es-MX" sz="1400" dirty="0"/>
              <a:t> / ETC</a:t>
            </a:r>
            <a:endParaRPr lang="en-US" sz="1400" dirty="0"/>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Issues</a:t>
            </a:r>
            <a:r>
              <a:rPr lang="es-MX" sz="1400" dirty="0"/>
              <a:t> / </a:t>
            </a:r>
            <a:r>
              <a:rPr lang="es-MX" sz="1400" dirty="0" err="1"/>
              <a:t>Risks</a:t>
            </a:r>
            <a:endParaRPr lang="en-US" sz="1400" dirty="0"/>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s-MX" sz="1100" dirty="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Description</a:t>
            </a:r>
            <a:r>
              <a:rPr lang="es-MX" sz="1400" dirty="0"/>
              <a:t> / </a:t>
            </a:r>
            <a:r>
              <a:rPr lang="es-MX" sz="1400" dirty="0" err="1"/>
              <a:t>Comments</a:t>
            </a:r>
            <a:endParaRPr lang="en-US" sz="1400" dirty="0"/>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s-E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s-E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s-ES" sz="1200" dirty="0" err="1">
                <a:solidFill>
                  <a:schemeClr val="tx1">
                    <a:lumMod val="50000"/>
                    <a:lumOff val="50000"/>
                  </a:schemeClr>
                </a:solidFill>
                <a:latin typeface="+mj-lt"/>
                <a:cs typeface="Arial" pitchFamily="34" charset="0"/>
              </a:rPr>
              <a:t>Licenses</a:t>
            </a:r>
            <a:r>
              <a:rPr lang="es-ES" sz="1200" dirty="0">
                <a:solidFill>
                  <a:schemeClr val="tx1">
                    <a:lumMod val="50000"/>
                    <a:lumOff val="50000"/>
                  </a:schemeClr>
                </a:solidFill>
                <a:latin typeface="+mj-lt"/>
                <a:cs typeface="Arial" pitchFamily="34" charset="0"/>
              </a:rPr>
              <a:t> in </a:t>
            </a:r>
            <a:r>
              <a:rPr lang="es-ES" sz="1200" dirty="0" err="1">
                <a:solidFill>
                  <a:schemeClr val="tx1">
                    <a:lumMod val="50000"/>
                    <a:lumOff val="50000"/>
                  </a:schemeClr>
                </a:solidFill>
                <a:latin typeface="+mj-lt"/>
                <a:cs typeface="Arial" pitchFamily="34" charset="0"/>
              </a:rPr>
              <a:t>requisition</a:t>
            </a:r>
            <a:r>
              <a:rPr lang="es-ES" sz="1200" dirty="0">
                <a:solidFill>
                  <a:schemeClr val="tx1">
                    <a:lumMod val="50000"/>
                    <a:lumOff val="50000"/>
                  </a:schemeClr>
                </a:solidFill>
                <a:latin typeface="+mj-lt"/>
                <a:cs typeface="Arial" pitchFamily="34" charset="0"/>
              </a:rPr>
              <a:t> </a:t>
            </a:r>
            <a:r>
              <a:rPr lang="es-ES" sz="1200" dirty="0" err="1">
                <a:solidFill>
                  <a:schemeClr val="tx1">
                    <a:lumMod val="50000"/>
                    <a:lumOff val="50000"/>
                  </a:schemeClr>
                </a:solidFill>
                <a:latin typeface="+mj-lt"/>
                <a:cs typeface="Arial" pitchFamily="34" charset="0"/>
              </a:rPr>
              <a:t>by</a:t>
            </a:r>
            <a:r>
              <a:rPr lang="es-ES" sz="1200" dirty="0">
                <a:solidFill>
                  <a:schemeClr val="tx1">
                    <a:lumMod val="50000"/>
                    <a:lumOff val="50000"/>
                  </a:schemeClr>
                </a:solidFill>
                <a:latin typeface="+mj-lt"/>
                <a:cs typeface="Arial" pitchFamily="34" charset="0"/>
              </a:rPr>
              <a:t>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a:t>Complete </a:t>
            </a:r>
            <a:r>
              <a:rPr lang="es-MX" sz="1400" dirty="0" err="1"/>
              <a:t>Activities</a:t>
            </a:r>
            <a:endParaRPr lang="en-US" sz="1400" dirty="0"/>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s-ES_tradnl" sz="1200" dirty="0" err="1">
                <a:solidFill>
                  <a:schemeClr val="tx1">
                    <a:lumMod val="50000"/>
                    <a:lumOff val="50000"/>
                  </a:schemeClr>
                </a:solidFill>
                <a:cs typeface="Arial" pitchFamily="34" charset="0"/>
              </a:rPr>
              <a:t>Validate</a:t>
            </a:r>
            <a:r>
              <a:rPr lang="es-ES_tradnl" sz="1200" dirty="0">
                <a:solidFill>
                  <a:schemeClr val="tx1">
                    <a:lumMod val="50000"/>
                    <a:lumOff val="50000"/>
                  </a:schemeClr>
                </a:solidFill>
                <a:cs typeface="Arial" pitchFamily="34" charset="0"/>
              </a:rPr>
              <a:t> </a:t>
            </a:r>
            <a:r>
              <a:rPr lang="es-ES_tradnl" sz="1200" dirty="0" err="1">
                <a:solidFill>
                  <a:schemeClr val="tx1">
                    <a:lumMod val="50000"/>
                    <a:lumOff val="50000"/>
                  </a:schemeClr>
                </a:solidFill>
                <a:cs typeface="Arial" pitchFamily="34" charset="0"/>
              </a:rPr>
              <a:t>with</a:t>
            </a:r>
            <a:r>
              <a:rPr lang="es-ES_tradnl" sz="1200" dirty="0">
                <a:solidFill>
                  <a:schemeClr val="tx1">
                    <a:lumMod val="50000"/>
                    <a:lumOff val="50000"/>
                  </a:schemeClr>
                </a:solidFill>
                <a:cs typeface="Arial" pitchFamily="34" charset="0"/>
              </a:rPr>
              <a:t> Juan Perez </a:t>
            </a:r>
            <a:r>
              <a:rPr lang="es-ES_tradnl" sz="1200" dirty="0" err="1">
                <a:solidFill>
                  <a:schemeClr val="tx1">
                    <a:lumMod val="50000"/>
                    <a:lumOff val="50000"/>
                  </a:schemeClr>
                </a:solidFill>
                <a:cs typeface="Arial" pitchFamily="34" charset="0"/>
              </a:rPr>
              <a:t>the</a:t>
            </a:r>
            <a:r>
              <a:rPr lang="es-ES_tradnl" sz="1200" dirty="0">
                <a:solidFill>
                  <a:schemeClr val="tx1">
                    <a:lumMod val="50000"/>
                    <a:lumOff val="50000"/>
                  </a:schemeClr>
                </a:solidFill>
                <a:cs typeface="Arial" pitchFamily="34" charset="0"/>
              </a:rPr>
              <a:t> </a:t>
            </a:r>
            <a:r>
              <a:rPr lang="es-ES_tradnl" sz="1200" dirty="0" err="1">
                <a:solidFill>
                  <a:schemeClr val="tx1">
                    <a:lumMod val="50000"/>
                    <a:lumOff val="50000"/>
                  </a:schemeClr>
                </a:solidFill>
                <a:cs typeface="Arial" pitchFamily="34" charset="0"/>
              </a:rPr>
              <a:t>priority</a:t>
            </a:r>
            <a:r>
              <a:rPr lang="es-ES_tradnl" sz="1200" dirty="0">
                <a:solidFill>
                  <a:schemeClr val="tx1">
                    <a:lumMod val="50000"/>
                    <a:lumOff val="50000"/>
                  </a:schemeClr>
                </a:solidFill>
                <a:cs typeface="Arial" pitchFamily="34" charset="0"/>
              </a:rPr>
              <a:t> </a:t>
            </a:r>
            <a:r>
              <a:rPr lang="es-ES_tradnl" sz="1200" dirty="0" err="1">
                <a:solidFill>
                  <a:schemeClr val="tx1">
                    <a:lumMod val="50000"/>
                    <a:lumOff val="50000"/>
                  </a:schemeClr>
                </a:solidFill>
                <a:cs typeface="Arial" pitchFamily="34" charset="0"/>
              </a:rPr>
              <a:t>between</a:t>
            </a:r>
            <a:r>
              <a:rPr lang="es-ES_tradnl" sz="1200" dirty="0">
                <a:solidFill>
                  <a:schemeClr val="tx1">
                    <a:lumMod val="50000"/>
                    <a:lumOff val="50000"/>
                  </a:schemeClr>
                </a:solidFill>
                <a:cs typeface="Arial" pitchFamily="34" charset="0"/>
              </a:rPr>
              <a:t> IDEN and 3G </a:t>
            </a:r>
            <a:r>
              <a:rPr lang="es-ES_tradnl" sz="1200" dirty="0" err="1">
                <a:solidFill>
                  <a:schemeClr val="tx1">
                    <a:lumMod val="50000"/>
                    <a:lumOff val="50000"/>
                  </a:schemeClr>
                </a:solidFill>
                <a:cs typeface="Arial" pitchFamily="34" charset="0"/>
              </a:rPr>
              <a:t>projects</a:t>
            </a:r>
            <a:endParaRPr lang="es-ES_tradnl" sz="1200" dirty="0">
              <a:solidFill>
                <a:schemeClr val="tx1">
                  <a:lumMod val="50000"/>
                  <a:lumOff val="50000"/>
                </a:schemeClr>
              </a:solidFill>
              <a:cs typeface="Arial" pitchFamily="34" charset="0"/>
            </a:endParaRP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Next</a:t>
            </a:r>
            <a:r>
              <a:rPr lang="es-MX" sz="1400" dirty="0"/>
              <a:t> </a:t>
            </a:r>
            <a:r>
              <a:rPr lang="es-MX" sz="1400" dirty="0" err="1"/>
              <a:t>Steps</a:t>
            </a:r>
            <a:endParaRPr lang="en-US" sz="1400" dirty="0"/>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Milestones</a:t>
            </a:r>
            <a:r>
              <a:rPr lang="es-MX" sz="1400" dirty="0"/>
              <a:t> and Key Dates</a:t>
            </a:r>
            <a:endParaRPr lang="en-US" sz="1400" dirty="0"/>
          </a:p>
        </p:txBody>
      </p:sp>
      <p:graphicFrame>
        <p:nvGraphicFramePr>
          <p:cNvPr id="22" name="21 Tabla"/>
          <p:cNvGraphicFramePr>
            <a:graphicFrameLocks noGrp="1"/>
          </p:cNvGraphicFramePr>
          <p:nvPr>
            <p:extLst>
              <p:ext uri="{D42A27DB-BD31-4B8C-83A1-F6EECF244321}">
                <p14:modId xmlns:p14="http://schemas.microsoft.com/office/powerpoint/2010/main" val="516062253"/>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dirty="0">
                          <a:solidFill>
                            <a:schemeClr val="tx1">
                              <a:lumMod val="50000"/>
                              <a:lumOff val="50000"/>
                            </a:schemeClr>
                          </a:solidFill>
                          <a:latin typeface="+mn-lt"/>
                          <a:ea typeface="+mn-ea"/>
                          <a:cs typeface="Arial" pitchFamily="34" charset="0"/>
                        </a:rPr>
                        <a:t>Issue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200" dirty="0"/>
              <a:t>Project Manager: </a:t>
            </a:r>
            <a:r>
              <a:rPr lang="es-MX" sz="1200" b="1" dirty="0"/>
              <a:t>Marcos Trujillo</a:t>
            </a:r>
            <a:endParaRPr lang="en-US" sz="1200" b="1" dirty="0"/>
          </a:p>
        </p:txBody>
      </p:sp>
      <p:graphicFrame>
        <p:nvGraphicFramePr>
          <p:cNvPr id="26" name="25 Tabla"/>
          <p:cNvGraphicFramePr>
            <a:graphicFrameLocks noGrp="1"/>
          </p:cNvGraphicFramePr>
          <p:nvPr>
            <p:extLst>
              <p:ext uri="{D42A27DB-BD31-4B8C-83A1-F6EECF244321}">
                <p14:modId xmlns:p14="http://schemas.microsoft.com/office/powerpoint/2010/main" val="1831469308"/>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Increase </a:t>
                      </a:r>
                      <a:r>
                        <a:rPr lang="en-US" sz="1100" kern="1200" baseline="0" dirty="0">
                          <a:solidFill>
                            <a:schemeClr val="tx1">
                              <a:lumMod val="50000"/>
                              <a:lumOff val="50000"/>
                            </a:schemeClr>
                          </a:solidFill>
                          <a:latin typeface="+mj-lt"/>
                          <a:ea typeface="+mn-ea"/>
                          <a:cs typeface="Arial" pitchFamily="34" charset="0"/>
                        </a:rPr>
                        <a:t>the licenses GMSC </a:t>
                      </a:r>
                      <a:r>
                        <a:rPr lang="en-US" sz="1100" kern="1200" baseline="0" dirty="0" err="1">
                          <a:solidFill>
                            <a:schemeClr val="tx1">
                              <a:lumMod val="50000"/>
                              <a:lumOff val="50000"/>
                            </a:schemeClr>
                          </a:solidFill>
                          <a:latin typeface="+mj-lt"/>
                          <a:ea typeface="+mn-ea"/>
                          <a:cs typeface="Arial" pitchFamily="34" charset="0"/>
                        </a:rPr>
                        <a:t>Erlang</a:t>
                      </a:r>
                      <a:r>
                        <a:rPr lang="en-US" sz="1100" kern="1200" baseline="0" dirty="0">
                          <a:solidFill>
                            <a:schemeClr val="tx1">
                              <a:lumMod val="50000"/>
                              <a:lumOff val="50000"/>
                            </a:schemeClr>
                          </a:solidFill>
                          <a:latin typeface="+mj-lt"/>
                          <a:ea typeface="+mn-ea"/>
                          <a:cs typeface="Arial" pitchFamily="34" charset="0"/>
                        </a:rPr>
                        <a:t> on the CORE equipment.</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00B05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aphicFrame>
        <p:nvGraphicFramePr>
          <p:cNvPr id="4" name="3 Tabla"/>
          <p:cNvGraphicFramePr>
            <a:graphicFrameLocks noGrp="1"/>
          </p:cNvGraphicFramePr>
          <p:nvPr>
            <p:extLst>
              <p:ext uri="{D42A27DB-BD31-4B8C-83A1-F6EECF244321}">
                <p14:modId xmlns:p14="http://schemas.microsoft.com/office/powerpoint/2010/main" val="1752660864"/>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28-Feb-13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06-Mar-13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07-Mar-13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20-Mar-13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21-Mar-13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04-Apr-13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10-Jul-13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On</a:t>
                      </a:r>
                      <a:r>
                        <a:rPr lang="en-US" sz="1000" b="1" i="0" u="none" strike="noStrike" kern="1200" baseline="0" dirty="0">
                          <a:solidFill>
                            <a:schemeClr val="tx1"/>
                          </a:solidFill>
                          <a:effectLst/>
                          <a:latin typeface="NII Sans"/>
                          <a:ea typeface="+mn-ea"/>
                          <a:cs typeface="+mn-cs"/>
                        </a:rPr>
                        <a:t> going</a:t>
                      </a:r>
                      <a:endParaRPr lang="en-US" sz="1000" b="1"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11-Jul-13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11-Jul-13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11-Jul-13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18-Jul-13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19-Jul-13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21-Aug-13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28-Aug-13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29-Aug-13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896256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24396" y="285750"/>
            <a:ext cx="2791420"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600">
              <a:solidFill>
                <a:schemeClr val="bg1">
                  <a:lumMod val="50000"/>
                </a:schemeClr>
              </a:solidFill>
            </a:endParaRPr>
          </a:p>
          <a:p>
            <a:endParaRPr lang="en-US" sz="1600">
              <a:solidFill>
                <a:schemeClr val="bg1">
                  <a:lumMod val="50000"/>
                </a:schemeClr>
              </a:solidFill>
            </a:endParaRPr>
          </a:p>
          <a:p>
            <a:r>
              <a:rPr lang="en-US" sz="1400">
                <a:solidFill>
                  <a:schemeClr val="bg1">
                    <a:lumMod val="50000"/>
                  </a:schemeClr>
                </a:solidFill>
              </a:rPr>
              <a:t>GMGW Channel Licenses     </a:t>
            </a:r>
          </a:p>
          <a:p>
            <a:r>
              <a:rPr lang="en-US" sz="1400">
                <a:solidFill>
                  <a:schemeClr val="bg1">
                    <a:lumMod val="50000"/>
                  </a:schemeClr>
                </a:solidFill>
              </a:rPr>
              <a:t>13-3G-COR013</a:t>
            </a:r>
            <a:endParaRPr lang="en-US" sz="16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a:solidFill>
                  <a:schemeClr val="bg1">
                    <a:lumMod val="50000"/>
                  </a:schemeClr>
                </a:solidFill>
              </a:rPr>
              <a:t>Start Date:                </a:t>
            </a:r>
          </a:p>
          <a:p>
            <a:r>
              <a:rPr lang="en-US" sz="1200">
                <a:solidFill>
                  <a:schemeClr val="bg1">
                    <a:lumMod val="50000"/>
                  </a:schemeClr>
                </a:solidFill>
              </a:rPr>
              <a:t>Completion Date:      </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latin typeface="+mj-lt"/>
                <a:cs typeface="Arial" pitchFamily="34" charset="0"/>
              </a:rPr>
              <a:t>Licenses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648942538"/>
              </p:ext>
            </p:extLst>
          </p:nvPr>
        </p:nvGraphicFramePr>
        <p:xfrm>
          <a:off x="196404" y="3068960"/>
          <a:ext cx="2647404" cy="924841"/>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kern="1200" dirty="0">
                          <a:solidFill>
                            <a:schemeClr val="tx1">
                              <a:lumMod val="50000"/>
                              <a:lumOff val="50000"/>
                            </a:schemeClr>
                          </a:solidFill>
                          <a:latin typeface="+mn-lt"/>
                          <a:ea typeface="+mn-ea"/>
                          <a:cs typeface="Arial" pitchFamily="34" charset="0"/>
                        </a:rPr>
                        <a:t>I</a:t>
                      </a:r>
                      <a:r>
                        <a:rPr lang="en-US" sz="1200" b="1" kern="1200" dirty="0">
                          <a:solidFill>
                            <a:schemeClr val="tx1">
                              <a:lumMod val="50000"/>
                              <a:lumOff val="50000"/>
                            </a:schemeClr>
                          </a:solidFill>
                          <a:latin typeface="+mn-lt"/>
                          <a:ea typeface="+mn-ea"/>
                          <a:cs typeface="Arial" pitchFamily="34" charset="0"/>
                        </a:rPr>
                        <a:t>ssue</a:t>
                      </a:r>
                      <a:r>
                        <a:rPr lang="en-US" sz="1200" kern="1200" dirty="0">
                          <a:solidFill>
                            <a:schemeClr val="tx1">
                              <a:lumMod val="50000"/>
                              <a:lumOff val="50000"/>
                            </a:schemeClr>
                          </a:solidFill>
                          <a:latin typeface="+mn-lt"/>
                          <a:ea typeface="+mn-ea"/>
                          <a:cs typeface="Arial" pitchFamily="34" charset="0"/>
                        </a:rPr>
                        <a:t>: Delay in the acquisition process</a:t>
                      </a:r>
                    </a:p>
                    <a:p>
                      <a:pPr algn="l" rtl="0" fontAlgn="ctr"/>
                      <a:r>
                        <a:rPr lang="en-US" sz="1200" b="1" kern="1200" dirty="0">
                          <a:solidFill>
                            <a:schemeClr val="tx1">
                              <a:lumMod val="50000"/>
                              <a:lumOff val="50000"/>
                            </a:schemeClr>
                          </a:solidFill>
                          <a:latin typeface="+mn-lt"/>
                          <a:ea typeface="+mn-ea"/>
                          <a:cs typeface="Arial" pitchFamily="34" charset="0"/>
                        </a:rPr>
                        <a:t>Actions</a:t>
                      </a:r>
                      <a:r>
                        <a:rPr lang="en-US" sz="1200" kern="1200" dirty="0">
                          <a:solidFill>
                            <a:schemeClr val="tx1">
                              <a:lumMod val="50000"/>
                              <a:lumOff val="50000"/>
                            </a:schemeClr>
                          </a:solidFill>
                          <a:latin typeface="+mn-lt"/>
                          <a:ea typeface="+mn-ea"/>
                          <a:cs typeface="Arial" pitchFamily="34" charset="0"/>
                        </a:rPr>
                        <a:t>: </a:t>
                      </a:r>
                      <a:r>
                        <a:rPr lang="en-US" sz="1200" kern="1200" dirty="0" err="1">
                          <a:solidFill>
                            <a:schemeClr val="tx1">
                              <a:lumMod val="50000"/>
                              <a:lumOff val="50000"/>
                            </a:schemeClr>
                          </a:solidFill>
                          <a:latin typeface="+mn-lt"/>
                          <a:ea typeface="+mn-ea"/>
                          <a:cs typeface="Arial" pitchFamily="34" charset="0"/>
                        </a:rPr>
                        <a:t>Admon</a:t>
                      </a:r>
                      <a:r>
                        <a:rPr lang="en-US" sz="1200" kern="1200" dirty="0">
                          <a:solidFill>
                            <a:schemeClr val="tx1">
                              <a:lumMod val="50000"/>
                              <a:lumOff val="50000"/>
                            </a:schemeClr>
                          </a:solidFill>
                          <a:latin typeface="+mn-lt"/>
                          <a:ea typeface="+mn-ea"/>
                          <a:cs typeface="Arial" pitchFamily="34" charset="0"/>
                        </a:rPr>
                        <a:t> Delivery Excellence have the request to upload the requisition on Oracle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endParaRPr lang="en-US" sz="1200" kern="1200" baseline="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661687547"/>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r>
                        <a:rPr lang="en-US" sz="1100" kern="1200" dirty="0">
                          <a:solidFill>
                            <a:schemeClr val="tx1">
                              <a:lumMod val="50000"/>
                              <a:lumOff val="50000"/>
                            </a:schemeClr>
                          </a:solidFill>
                          <a:latin typeface="+mj-lt"/>
                          <a:ea typeface="+mn-ea"/>
                          <a:cs typeface="Arial" pitchFamily="34" charset="0"/>
                        </a:rPr>
                        <a:t>Increase</a:t>
                      </a:r>
                      <a:r>
                        <a:rPr lang="en-US" sz="1100" kern="1200" baseline="0" dirty="0">
                          <a:solidFill>
                            <a:schemeClr val="tx1">
                              <a:lumMod val="50000"/>
                              <a:lumOff val="50000"/>
                            </a:schemeClr>
                          </a:solidFill>
                          <a:latin typeface="+mj-lt"/>
                          <a:ea typeface="+mn-ea"/>
                          <a:cs typeface="Arial" pitchFamily="34" charset="0"/>
                        </a:rPr>
                        <a:t> licenses for GMGW Channels in Guadalajara, Leon, Acapulco, Puebla, Queretaro, Toluca, Cancun, Monterrey and San Luis Potosi</a:t>
                      </a:r>
                      <a:endParaRPr lang="es-MX" sz="1100" kern="1200" dirty="0">
                        <a:solidFill>
                          <a:schemeClr val="tx1">
                            <a:lumMod val="50000"/>
                            <a:lumOff val="50000"/>
                          </a:schemeClr>
                        </a:solidFill>
                        <a:latin typeface="+mj-lt"/>
                        <a:ea typeface="+mn-ea"/>
                        <a:cs typeface="Arial" pitchFamily="34" charset="0"/>
                      </a:endParaRPr>
                    </a:p>
                    <a:p>
                      <a:pPr marL="0" marR="0" indent="0" algn="just"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00B05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4234560525"/>
              </p:ext>
            </p:extLst>
          </p:nvPr>
        </p:nvGraphicFramePr>
        <p:xfrm>
          <a:off x="3170196" y="3818048"/>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5893">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25-Feb-13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03-Mar-13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808080"/>
                          </a:solidFill>
                          <a:effectLst/>
                          <a:latin typeface="+mn-lt"/>
                        </a:rPr>
                        <a:t>04-Mar-13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17-Mar-13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18-Mar-13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31-Mar-13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22-Mar-13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kern="1200" dirty="0">
                          <a:solidFill>
                            <a:srgbClr val="FFFFFF"/>
                          </a:solidFill>
                          <a:effectLst/>
                          <a:latin typeface="NII Sans"/>
                          <a:ea typeface="+mn-ea"/>
                          <a:cs typeface="+mn-cs"/>
                        </a:rPr>
                        <a:t>Closed</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01-Apr-13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07-Jul-13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NII Sans"/>
                          <a:ea typeface="+mn-ea"/>
                          <a:cs typeface="+mn-cs"/>
                        </a:rPr>
                        <a:t>On Going</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08-Jul-13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14-Jul-13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15-Jul-13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22-Jul-13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23-Jul-13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25-Aug-13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26-Aug-13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01-Sep-13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02-Sep-13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n-US" sz="1000" b="0" i="0" u="none" strike="noStrike" dirty="0">
                          <a:solidFill>
                            <a:srgbClr val="808080"/>
                          </a:solidFill>
                          <a:effectLst/>
                          <a:latin typeface="NII Sans"/>
                        </a:rPr>
                        <a:t>02-Sep-13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7642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14891" y="449376"/>
            <a:ext cx="2791420" cy="115047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100">
                <a:solidFill>
                  <a:schemeClr val="bg1">
                    <a:lumMod val="50000"/>
                  </a:schemeClr>
                </a:solidFill>
              </a:rPr>
              <a:t> Civil Work Smithy </a:t>
            </a:r>
          </a:p>
          <a:p>
            <a:r>
              <a:rPr lang="en-US" sz="1100">
                <a:solidFill>
                  <a:schemeClr val="bg1">
                    <a:lumMod val="50000"/>
                  </a:schemeClr>
                </a:solidFill>
              </a:rPr>
              <a:t> </a:t>
            </a:r>
          </a:p>
          <a:p>
            <a:r>
              <a:rPr lang="en-US" sz="1400">
                <a:solidFill>
                  <a:schemeClr val="bg1">
                    <a:lumMod val="50000"/>
                  </a:schemeClr>
                </a:solidFill>
              </a:rPr>
              <a:t>13-ID-FLM013</a:t>
            </a:r>
          </a:p>
          <a:p>
            <a:endParaRPr lang="en-US" sz="14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a:t>Project </a:t>
            </a:r>
            <a:r>
              <a:rPr lang="es-MX" sz="1400" dirty="0" err="1"/>
              <a:t>Title</a:t>
            </a:r>
            <a:r>
              <a:rPr lang="es-MX" sz="1400" dirty="0"/>
              <a:t>/ID</a:t>
            </a:r>
            <a:endParaRPr lang="en-US" sz="1400" dirty="0"/>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20-Mar-13 </a:t>
            </a:r>
          </a:p>
          <a:p>
            <a:r>
              <a:rPr lang="en-US" sz="1200" dirty="0">
                <a:solidFill>
                  <a:schemeClr val="bg1">
                    <a:lumMod val="50000"/>
                  </a:schemeClr>
                </a:solidFill>
              </a:rPr>
              <a:t>Completion Date:     30-Jul-13</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s-MX" sz="1100" dirty="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Description</a:t>
            </a:r>
            <a:r>
              <a:rPr lang="es-MX" sz="1400" dirty="0"/>
              <a:t> / </a:t>
            </a:r>
            <a:r>
              <a:rPr lang="es-MX" sz="1400" dirty="0" err="1"/>
              <a:t>Comments</a:t>
            </a:r>
            <a:endParaRPr lang="en-US" sz="1400" dirty="0"/>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cs typeface="Arial" pitchFamily="34" charset="0"/>
              </a:rPr>
              <a:t>Services Civil Work </a:t>
            </a:r>
            <a:r>
              <a:rPr lang="en-US" sz="1200">
                <a:solidFill>
                  <a:schemeClr val="tx1">
                    <a:lumMod val="50000"/>
                    <a:lumOff val="50000"/>
                  </a:schemeClr>
                </a:solidFill>
                <a:latin typeface="+mj-lt"/>
                <a:cs typeface="Arial" pitchFamily="34" charset="0"/>
              </a:rPr>
              <a:t>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1202248318"/>
              </p:ext>
            </p:extLst>
          </p:nvPr>
        </p:nvGraphicFramePr>
        <p:xfrm>
          <a:off x="196404" y="3068960"/>
          <a:ext cx="2647404" cy="1280160"/>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noProof="0" dirty="0">
                          <a:solidFill>
                            <a:schemeClr val="tx1">
                              <a:lumMod val="50000"/>
                              <a:lumOff val="50000"/>
                            </a:schemeClr>
                          </a:solidFill>
                          <a:latin typeface="+mn-lt"/>
                          <a:ea typeface="+mn-ea"/>
                          <a:cs typeface="Arial" pitchFamily="34" charset="0"/>
                        </a:rPr>
                        <a:t>Issues</a:t>
                      </a:r>
                      <a:r>
                        <a:rPr lang="en-US" sz="1200" kern="1200" noProof="0" dirty="0">
                          <a:solidFill>
                            <a:schemeClr val="tx1">
                              <a:lumMod val="50000"/>
                              <a:lumOff val="50000"/>
                            </a:schemeClr>
                          </a:solidFill>
                          <a:latin typeface="+mn-lt"/>
                          <a:ea typeface="+mn-ea"/>
                          <a:cs typeface="Arial" pitchFamily="34" charset="0"/>
                        </a:rPr>
                        <a:t>: delays in seeking Requisition</a:t>
                      </a:r>
                    </a:p>
                    <a:p>
                      <a:pPr marL="0" marR="0" indent="0" algn="l" defTabSz="914400" rtl="0" eaLnBrk="1" fontAlgn="ctr" latinLnBrk="0" hangingPunct="1">
                        <a:lnSpc>
                          <a:spcPct val="100000"/>
                        </a:lnSpc>
                        <a:spcBef>
                          <a:spcPts val="0"/>
                        </a:spcBef>
                        <a:spcAft>
                          <a:spcPts val="0"/>
                        </a:spcAft>
                        <a:buClrTx/>
                        <a:buSzTx/>
                        <a:buFontTx/>
                        <a:buNone/>
                        <a:tabLst/>
                        <a:defRPr/>
                      </a:pPr>
                      <a:r>
                        <a:rPr lang="en-US" sz="1200" b="1" kern="1200" noProof="0" dirty="0">
                          <a:solidFill>
                            <a:schemeClr val="tx1">
                              <a:lumMod val="50000"/>
                              <a:lumOff val="50000"/>
                            </a:schemeClr>
                          </a:solidFill>
                          <a:latin typeface="+mn-lt"/>
                          <a:ea typeface="+mn-ea"/>
                          <a:cs typeface="Arial" pitchFamily="34" charset="0"/>
                        </a:rPr>
                        <a:t>Actions</a:t>
                      </a:r>
                      <a:r>
                        <a:rPr lang="en-US" sz="1200" kern="1200" noProof="0" dirty="0">
                          <a:solidFill>
                            <a:schemeClr val="tx1">
                              <a:lumMod val="50000"/>
                              <a:lumOff val="50000"/>
                            </a:schemeClr>
                          </a:solidFill>
                          <a:latin typeface="+mn-lt"/>
                          <a:ea typeface="+mn-ea"/>
                          <a:cs typeface="Arial" pitchFamily="34" charset="0"/>
                        </a:rPr>
                        <a:t>: be revised in meeting with Juan Perez</a:t>
                      </a:r>
                    </a:p>
                    <a:p>
                      <a:pPr marL="0" marR="0" indent="0" algn="l" defTabSz="914400" rtl="0" eaLnBrk="1" fontAlgn="ctr" latinLnBrk="0" hangingPunct="1">
                        <a:lnSpc>
                          <a:spcPct val="100000"/>
                        </a:lnSpc>
                        <a:spcBef>
                          <a:spcPts val="0"/>
                        </a:spcBef>
                        <a:spcAft>
                          <a:spcPts val="0"/>
                        </a:spcAft>
                        <a:buClrTx/>
                        <a:buSzTx/>
                        <a:buFontTx/>
                        <a:buNone/>
                        <a:tabLst/>
                        <a:defRPr/>
                      </a:pPr>
                      <a:r>
                        <a:rPr lang="en-US" sz="1200" b="1" kern="1200" noProof="0" dirty="0">
                          <a:solidFill>
                            <a:schemeClr val="tx1">
                              <a:lumMod val="50000"/>
                              <a:lumOff val="50000"/>
                            </a:schemeClr>
                          </a:solidFill>
                          <a:latin typeface="+mn-lt"/>
                          <a:ea typeface="+mn-ea"/>
                          <a:cs typeface="Arial" pitchFamily="34" charset="0"/>
                        </a:rPr>
                        <a:t>Risks</a:t>
                      </a:r>
                      <a:r>
                        <a:rPr lang="en-US" sz="1200" kern="1200" noProof="0" dirty="0">
                          <a:solidFill>
                            <a:schemeClr val="tx1">
                              <a:lumMod val="50000"/>
                              <a:lumOff val="50000"/>
                            </a:schemeClr>
                          </a:solidFill>
                          <a:latin typeface="+mn-lt"/>
                          <a:ea typeface="+mn-ea"/>
                          <a:cs typeface="Arial" pitchFamily="34" charset="0"/>
                        </a:rPr>
                        <a:t>:</a:t>
                      </a:r>
                      <a:r>
                        <a:rPr lang="en-US" sz="1200" kern="1200" baseline="0" noProof="0" dirty="0">
                          <a:solidFill>
                            <a:schemeClr val="tx1">
                              <a:lumMod val="50000"/>
                              <a:lumOff val="50000"/>
                            </a:schemeClr>
                          </a:solidFill>
                          <a:latin typeface="+mn-lt"/>
                          <a:ea typeface="+mn-ea"/>
                          <a:cs typeface="Arial" pitchFamily="34" charset="0"/>
                        </a:rPr>
                        <a:t> </a:t>
                      </a:r>
                      <a:r>
                        <a:rPr lang="en-US" sz="1200" kern="1200" noProof="0" dirty="0">
                          <a:solidFill>
                            <a:schemeClr val="tx1">
                              <a:lumMod val="50000"/>
                              <a:lumOff val="50000"/>
                            </a:schemeClr>
                          </a:solidFill>
                          <a:latin typeface="+mn-lt"/>
                          <a:ea typeface="+mn-ea"/>
                          <a:cs typeface="Arial" pitchFamily="34" charset="0"/>
                        </a:rPr>
                        <a:t>delays in seeking Requisition</a:t>
                      </a:r>
                    </a:p>
                    <a:p>
                      <a:pPr algn="l" rtl="0" fontAlgn="ctr"/>
                      <a:r>
                        <a:rPr lang="en-US" sz="1200" kern="1200" noProof="0" dirty="0">
                          <a:solidFill>
                            <a:schemeClr val="tx1">
                              <a:lumMod val="50000"/>
                              <a:lumOff val="50000"/>
                            </a:schemeClr>
                          </a:solidFill>
                          <a:latin typeface="+mn-lt"/>
                          <a:ea typeface="+mn-ea"/>
                          <a:cs typeface="Arial" pitchFamily="34" charset="0"/>
                        </a:rPr>
                        <a:t>For Services contractor</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r>
                        <a:rPr lang="en-US" sz="1200" b="1" kern="1200" baseline="0" noProof="0" dirty="0">
                          <a:solidFill>
                            <a:schemeClr val="tx1">
                              <a:lumMod val="50000"/>
                              <a:lumOff val="50000"/>
                            </a:schemeClr>
                          </a:solidFill>
                          <a:latin typeface="+mn-lt"/>
                          <a:ea typeface="+mn-ea"/>
                          <a:cs typeface="Arial" pitchFamily="34" charset="0"/>
                        </a:rPr>
                        <a:t>Actions</a:t>
                      </a:r>
                      <a:r>
                        <a:rPr lang="en-US" sz="1200" kern="1200" baseline="0" noProof="0" dirty="0">
                          <a:solidFill>
                            <a:schemeClr val="tx1">
                              <a:lumMod val="50000"/>
                              <a:lumOff val="50000"/>
                            </a:schemeClr>
                          </a:solidFill>
                          <a:latin typeface="+mn-lt"/>
                          <a:ea typeface="+mn-ea"/>
                          <a:cs typeface="Arial" pitchFamily="34" charset="0"/>
                        </a:rPr>
                        <a:t>: follow-up will be given on Wednesdays meetings</a:t>
                      </a: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1258664771"/>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bg1">
                              <a:lumMod val="50000"/>
                            </a:schemeClr>
                          </a:solidFill>
                          <a:effectLst/>
                          <a:latin typeface="+mn-lt"/>
                          <a:ea typeface="+mn-ea"/>
                          <a:cs typeface="+mn-cs"/>
                        </a:rPr>
                        <a:t> Smithy adjustments Civil </a:t>
                      </a:r>
                      <a:r>
                        <a:rPr lang="en-US" sz="1200" b="0" i="0" u="none" strike="noStrike" kern="1200" noProof="0" dirty="0">
                          <a:solidFill>
                            <a:schemeClr val="bg1">
                              <a:lumMod val="50000"/>
                            </a:schemeClr>
                          </a:solidFill>
                          <a:effectLst/>
                          <a:latin typeface="+mn-lt"/>
                          <a:ea typeface="+mn-ea"/>
                          <a:cs typeface="+mn-cs"/>
                        </a:rPr>
                        <a:t>Work</a:t>
                      </a:r>
                      <a:r>
                        <a:rPr lang="en-US" sz="1200" b="0" i="0" u="none" strike="noStrike" kern="1200" dirty="0">
                          <a:solidFill>
                            <a:schemeClr val="bg1">
                              <a:lumMod val="50000"/>
                            </a:schemeClr>
                          </a:solidFill>
                          <a:effectLst/>
                          <a:latin typeface="+mn-lt"/>
                          <a:ea typeface="+mn-ea"/>
                          <a:cs typeface="+mn-cs"/>
                        </a:rPr>
                        <a:t>: CONSTRUCTION - EXTERNAL WORK - WORK, AS FENCES, FENCES, STAIRS, ETC.</a:t>
                      </a: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aphicFrame>
        <p:nvGraphicFramePr>
          <p:cNvPr id="4" name="3 Tabla"/>
          <p:cNvGraphicFramePr>
            <a:graphicFrameLocks noGrp="1"/>
          </p:cNvGraphicFramePr>
          <p:nvPr>
            <p:extLst>
              <p:ext uri="{D42A27DB-BD31-4B8C-83A1-F6EECF244321}">
                <p14:modId xmlns:p14="http://schemas.microsoft.com/office/powerpoint/2010/main" val="44177454"/>
              </p:ext>
            </p:extLst>
          </p:nvPr>
        </p:nvGraphicFramePr>
        <p:xfrm>
          <a:off x="3170196" y="3933056"/>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144016">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20-Feb-13</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23-Feb-13</a:t>
                      </a:r>
                      <a:r>
                        <a:rPr lang="es-CO" sz="1000" b="0" i="0" u="none" strike="noStrike" baseline="0" dirty="0">
                          <a:solidFill>
                            <a:srgbClr val="808080"/>
                          </a:solidFill>
                          <a:effectLst/>
                          <a:latin typeface="+mn-lt"/>
                        </a:rPr>
                        <a:t>     </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baseline="0" dirty="0">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23-Feb-13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22-Mar-13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25-Mar-13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26-Mar-13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Delay</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19-Apr-13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20-Apr-13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s-CO"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23-Apr-13    </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23-Apr-13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24-Apr-13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04-Jul-13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05-Jul-13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05-Jul-13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26432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22800" y="453219"/>
            <a:ext cx="2791420" cy="115047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100" dirty="0">
                <a:solidFill>
                  <a:schemeClr val="bg1">
                    <a:lumMod val="50000"/>
                  </a:schemeClr>
                </a:solidFill>
              </a:rPr>
              <a:t>Swap HVAC 5TR (Increase thermal load)  </a:t>
            </a:r>
          </a:p>
          <a:p>
            <a:r>
              <a:rPr lang="en-US" sz="1400" dirty="0">
                <a:solidFill>
                  <a:schemeClr val="bg1">
                    <a:lumMod val="50000"/>
                  </a:schemeClr>
                </a:solidFill>
              </a:rPr>
              <a:t>13-ID-FLM012</a:t>
            </a:r>
          </a:p>
          <a:p>
            <a:endParaRPr lang="en-US" sz="1400" dirty="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a:t>Project </a:t>
            </a:r>
            <a:r>
              <a:rPr lang="es-MX" sz="1400" dirty="0" err="1"/>
              <a:t>Title</a:t>
            </a:r>
            <a:r>
              <a:rPr lang="es-MX" sz="1400" dirty="0"/>
              <a:t>/ID</a:t>
            </a:r>
            <a:endParaRPr lang="en-US" sz="1400" dirty="0"/>
          </a:p>
        </p:txBody>
      </p:sp>
      <p:sp>
        <p:nvSpPr>
          <p:cNvPr id="9" name="8 Rectángulo redondeado"/>
          <p:cNvSpPr/>
          <p:nvPr/>
        </p:nvSpPr>
        <p:spPr>
          <a:xfrm>
            <a:off x="77019" y="1367893"/>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18-Feb -13 </a:t>
            </a:r>
          </a:p>
          <a:p>
            <a:r>
              <a:rPr lang="en-US" sz="1200" dirty="0">
                <a:solidFill>
                  <a:schemeClr val="bg1">
                    <a:lumMod val="50000"/>
                  </a:schemeClr>
                </a:solidFill>
              </a:rPr>
              <a:t>Completion Date</a:t>
            </a:r>
            <a:r>
              <a:rPr lang="en-US" sz="1200">
                <a:solidFill>
                  <a:schemeClr val="bg1">
                    <a:lumMod val="50000"/>
                  </a:schemeClr>
                </a:solidFill>
              </a:rPr>
              <a:t>:  30-Jul-13 </a:t>
            </a:r>
            <a:endParaRPr lang="en-US" sz="1200" dirty="0">
              <a:solidFill>
                <a:schemeClr val="bg1">
                  <a:lumMod val="50000"/>
                </a:schemeClr>
              </a:solidFill>
            </a:endParaRP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3664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s-MX" sz="1100" dirty="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Description</a:t>
            </a:r>
            <a:r>
              <a:rPr lang="es-MX" sz="1400" dirty="0"/>
              <a:t> / </a:t>
            </a:r>
            <a:r>
              <a:rPr lang="es-MX" sz="1400" dirty="0" err="1"/>
              <a:t>Comments</a:t>
            </a:r>
            <a:endParaRPr lang="en-US" sz="1400" dirty="0"/>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bg1">
                    <a:lumMod val="50000"/>
                  </a:schemeClr>
                </a:solidFill>
              </a:rPr>
              <a:t>Swap HVAC 5TR </a:t>
            </a:r>
            <a:r>
              <a:rPr lang="en-US" sz="1200">
                <a:solidFill>
                  <a:schemeClr val="tx1">
                    <a:lumMod val="50000"/>
                    <a:lumOff val="50000"/>
                  </a:schemeClr>
                </a:solidFill>
                <a:cs typeface="Arial" pitchFamily="34" charset="0"/>
              </a:rPr>
              <a:t> </a:t>
            </a:r>
            <a:r>
              <a:rPr lang="en-US" sz="1200">
                <a:solidFill>
                  <a:schemeClr val="tx1">
                    <a:lumMod val="50000"/>
                    <a:lumOff val="50000"/>
                  </a:schemeClr>
                </a:solidFill>
                <a:latin typeface="+mj-lt"/>
                <a:cs typeface="Arial" pitchFamily="34" charset="0"/>
              </a:rPr>
              <a:t>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8999"/>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350881362"/>
              </p:ext>
            </p:extLst>
          </p:nvPr>
        </p:nvGraphicFramePr>
        <p:xfrm>
          <a:off x="196404" y="3068960"/>
          <a:ext cx="2672035" cy="1463040"/>
        </p:xfrm>
        <a:graphic>
          <a:graphicData uri="http://schemas.openxmlformats.org/drawingml/2006/table">
            <a:tbl>
              <a:tblPr/>
              <a:tblGrid>
                <a:gridCol w="2672035">
                  <a:extLst>
                    <a:ext uri="{9D8B030D-6E8A-4147-A177-3AD203B41FA5}">
                      <a16:colId xmlns:a16="http://schemas.microsoft.com/office/drawing/2014/main" val="20000"/>
                    </a:ext>
                  </a:extLst>
                </a:gridCol>
              </a:tblGrid>
              <a:tr h="377436">
                <a:tc>
                  <a:txBody>
                    <a:bodyPr/>
                    <a:lstStyle/>
                    <a:p>
                      <a:pPr algn="l" rtl="0" fontAlgn="ctr"/>
                      <a:r>
                        <a:rPr lang="en-US" sz="1200" b="1" kern="1200" noProof="0" dirty="0">
                          <a:solidFill>
                            <a:schemeClr val="tx1">
                              <a:lumMod val="50000"/>
                              <a:lumOff val="50000"/>
                            </a:schemeClr>
                          </a:solidFill>
                          <a:latin typeface="+mn-lt"/>
                          <a:ea typeface="+mn-ea"/>
                          <a:cs typeface="Arial" pitchFamily="34" charset="0"/>
                        </a:rPr>
                        <a:t>Issues</a:t>
                      </a:r>
                      <a:r>
                        <a:rPr lang="en-US" sz="1200" kern="1200" noProof="0" dirty="0">
                          <a:solidFill>
                            <a:schemeClr val="tx1">
                              <a:lumMod val="50000"/>
                              <a:lumOff val="50000"/>
                            </a:schemeClr>
                          </a:solidFill>
                          <a:latin typeface="+mn-lt"/>
                          <a:ea typeface="+mn-ea"/>
                          <a:cs typeface="Arial" pitchFamily="34" charset="0"/>
                        </a:rPr>
                        <a:t>: delays in seeking Requisition</a:t>
                      </a:r>
                    </a:p>
                    <a:p>
                      <a:pPr algn="l" rtl="0" fontAlgn="ctr"/>
                      <a:r>
                        <a:rPr lang="en-US" sz="1200" b="1" kern="1200" noProof="0" dirty="0">
                          <a:solidFill>
                            <a:schemeClr val="tx1">
                              <a:lumMod val="50000"/>
                              <a:lumOff val="50000"/>
                            </a:schemeClr>
                          </a:solidFill>
                          <a:latin typeface="+mn-lt"/>
                          <a:ea typeface="+mn-ea"/>
                          <a:cs typeface="Arial" pitchFamily="34" charset="0"/>
                        </a:rPr>
                        <a:t>Actions</a:t>
                      </a:r>
                      <a:r>
                        <a:rPr lang="en-US" sz="1200" kern="1200" noProof="0" dirty="0">
                          <a:solidFill>
                            <a:schemeClr val="tx1">
                              <a:lumMod val="50000"/>
                              <a:lumOff val="50000"/>
                            </a:schemeClr>
                          </a:solidFill>
                          <a:latin typeface="+mn-lt"/>
                          <a:ea typeface="+mn-ea"/>
                          <a:cs typeface="Arial" pitchFamily="34" charset="0"/>
                        </a:rPr>
                        <a:t>: be revised in meeting with Juan Perez</a:t>
                      </a:r>
                    </a:p>
                    <a:p>
                      <a:pPr algn="l" rtl="0" fontAlgn="ctr"/>
                      <a:r>
                        <a:rPr lang="en-US" sz="1200" b="1" kern="1200" noProof="0" dirty="0">
                          <a:solidFill>
                            <a:schemeClr val="tx1">
                              <a:lumMod val="50000"/>
                              <a:lumOff val="50000"/>
                            </a:schemeClr>
                          </a:solidFill>
                          <a:latin typeface="+mn-lt"/>
                          <a:ea typeface="+mn-ea"/>
                          <a:cs typeface="Arial" pitchFamily="34" charset="0"/>
                        </a:rPr>
                        <a:t>Risks</a:t>
                      </a:r>
                      <a:r>
                        <a:rPr lang="en-US" sz="1200" kern="1200" noProof="0" dirty="0">
                          <a:solidFill>
                            <a:schemeClr val="tx1">
                              <a:lumMod val="50000"/>
                              <a:lumOff val="50000"/>
                            </a:schemeClr>
                          </a:solidFill>
                          <a:latin typeface="+mn-lt"/>
                          <a:ea typeface="+mn-ea"/>
                          <a:cs typeface="Arial" pitchFamily="34" charset="0"/>
                        </a:rPr>
                        <a:t>: compliance dates for terminals this project depend on the delivery of the equipment in the country </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r>
                        <a:rPr lang="en-US" sz="1200" b="1" kern="1200" baseline="0" noProof="0" dirty="0">
                          <a:solidFill>
                            <a:schemeClr val="tx1">
                              <a:lumMod val="50000"/>
                              <a:lumOff val="50000"/>
                            </a:schemeClr>
                          </a:solidFill>
                          <a:latin typeface="+mn-lt"/>
                          <a:ea typeface="+mn-ea"/>
                          <a:cs typeface="Arial" pitchFamily="34" charset="0"/>
                        </a:rPr>
                        <a:t>Actions</a:t>
                      </a:r>
                      <a:r>
                        <a:rPr lang="en-US" sz="1200" kern="1200" baseline="0" noProof="0" dirty="0">
                          <a:solidFill>
                            <a:schemeClr val="tx1">
                              <a:lumMod val="50000"/>
                              <a:lumOff val="50000"/>
                            </a:schemeClr>
                          </a:solidFill>
                          <a:latin typeface="+mn-lt"/>
                          <a:ea typeface="+mn-ea"/>
                          <a:cs typeface="Arial" pitchFamily="34" charset="0"/>
                        </a:rPr>
                        <a:t>: follow-up will be given on Wednesdays meetings</a:t>
                      </a: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s-MX" sz="1100" dirty="0">
                <a:solidFill>
                  <a:srgbClr val="C00000"/>
                </a:solidFill>
                <a:latin typeface="+mn-lt"/>
              </a:rPr>
              <a:t>back</a:t>
            </a:r>
            <a:endParaRPr lang="en-US" sz="1100" dirty="0">
              <a:solidFill>
                <a:srgbClr val="C00000"/>
              </a:solidFill>
              <a:latin typeface="+mn-lt"/>
            </a:endParaRP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470384612"/>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bg1">
                              <a:lumMod val="50000"/>
                            </a:schemeClr>
                          </a:solidFill>
                          <a:effectLst/>
                          <a:latin typeface="+mn-lt"/>
                          <a:ea typeface="+mn-ea"/>
                          <a:cs typeface="+mn-cs"/>
                        </a:rPr>
                        <a:t>Swap HVAC 5TR (Increase thermal load) HVAC INSTALLATION LOT. THAT HAS 2 AIR CONDITIONING EQUIPMENT</a:t>
                      </a: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aphicFrame>
        <p:nvGraphicFramePr>
          <p:cNvPr id="4" name="3 Tabla"/>
          <p:cNvGraphicFramePr>
            <a:graphicFrameLocks noGrp="1"/>
          </p:cNvGraphicFramePr>
          <p:nvPr>
            <p:extLst>
              <p:ext uri="{D42A27DB-BD31-4B8C-83A1-F6EECF244321}">
                <p14:modId xmlns:p14="http://schemas.microsoft.com/office/powerpoint/2010/main" val="1011119497"/>
              </p:ext>
            </p:extLst>
          </p:nvPr>
        </p:nvGraphicFramePr>
        <p:xfrm>
          <a:off x="3170196" y="4005063"/>
          <a:ext cx="5578268" cy="1545705"/>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793750">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62035">
                  <a:extLst>
                    <a:ext uri="{9D8B030D-6E8A-4147-A177-3AD203B41FA5}">
                      <a16:colId xmlns:a16="http://schemas.microsoft.com/office/drawing/2014/main" val="20004"/>
                    </a:ext>
                  </a:extLst>
                </a:gridCol>
              </a:tblGrid>
              <a:tr h="144017">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13563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20-Feb-13</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27249">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23-Feb-13</a:t>
                      </a:r>
                      <a:r>
                        <a:rPr lang="es-CO" sz="1000" b="0" i="0" u="none" strike="noStrike" baseline="0" dirty="0">
                          <a:solidFill>
                            <a:srgbClr val="808080"/>
                          </a:solidFill>
                          <a:effectLst/>
                          <a:latin typeface="+mn-lt"/>
                        </a:rPr>
                        <a:t>     </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baseline="0" dirty="0">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23-Feb-13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22-Mar-13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3847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25-Mar-13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26-Mar-13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Delay</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74105">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19-Apr-13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20-Apr-13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s-CO"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23-Apr-13    </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23-Apr-13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24-Apr-13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04-Jul-13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05-Jul-13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05-Jul-13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592143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75" y="449376"/>
            <a:ext cx="2791420" cy="115047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100">
                <a:solidFill>
                  <a:schemeClr val="bg1">
                    <a:lumMod val="50000"/>
                  </a:schemeClr>
                </a:solidFill>
              </a:rPr>
              <a:t> Dam Build </a:t>
            </a:r>
          </a:p>
          <a:p>
            <a:r>
              <a:rPr lang="en-US" sz="1100">
                <a:solidFill>
                  <a:schemeClr val="bg1">
                    <a:lumMod val="50000"/>
                  </a:schemeClr>
                </a:solidFill>
              </a:rPr>
              <a:t> </a:t>
            </a:r>
          </a:p>
          <a:p>
            <a:r>
              <a:rPr lang="en-US" sz="1400">
                <a:solidFill>
                  <a:schemeClr val="bg1">
                    <a:lumMod val="50000"/>
                  </a:schemeClr>
                </a:solidFill>
              </a:rPr>
              <a:t>13-ID-FLM014</a:t>
            </a:r>
          </a:p>
          <a:p>
            <a:endParaRPr lang="en-US" sz="14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a:t>Project </a:t>
            </a:r>
            <a:r>
              <a:rPr lang="es-MX" sz="1400" dirty="0" err="1"/>
              <a:t>Title</a:t>
            </a:r>
            <a:r>
              <a:rPr lang="es-MX" sz="1400" dirty="0"/>
              <a:t>/ID</a:t>
            </a:r>
            <a:endParaRPr lang="en-US" sz="1400" dirty="0"/>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a:solidFill>
                  <a:schemeClr val="bg1">
                    <a:lumMod val="50000"/>
                  </a:schemeClr>
                </a:solidFill>
              </a:rPr>
              <a:t>Start Date:             20 Mar-13   </a:t>
            </a:r>
          </a:p>
          <a:p>
            <a:r>
              <a:rPr lang="en-US" sz="1200">
                <a:solidFill>
                  <a:schemeClr val="bg1">
                    <a:lumMod val="50000"/>
                  </a:schemeClr>
                </a:solidFill>
              </a:rPr>
              <a:t>Completion Date:   30 Jun-13 </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s-MX" sz="1100" dirty="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Description</a:t>
            </a:r>
            <a:r>
              <a:rPr lang="es-MX" sz="1400" dirty="0"/>
              <a:t> / </a:t>
            </a:r>
            <a:r>
              <a:rPr lang="es-MX" sz="1400" dirty="0" err="1"/>
              <a:t>Comments</a:t>
            </a:r>
            <a:endParaRPr lang="en-US" sz="1400" dirty="0"/>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cs typeface="Arial" pitchFamily="34" charset="0"/>
              </a:rPr>
              <a:t>Services Work </a:t>
            </a:r>
            <a:r>
              <a:rPr lang="en-US" sz="1200">
                <a:solidFill>
                  <a:schemeClr val="tx1">
                    <a:lumMod val="50000"/>
                    <a:lumOff val="50000"/>
                  </a:schemeClr>
                </a:solidFill>
                <a:latin typeface="+mj-lt"/>
                <a:cs typeface="Arial" pitchFamily="34" charset="0"/>
              </a:rPr>
              <a:t>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394123807"/>
              </p:ext>
            </p:extLst>
          </p:nvPr>
        </p:nvGraphicFramePr>
        <p:xfrm>
          <a:off x="196404" y="3068960"/>
          <a:ext cx="2647404" cy="1280160"/>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noProof="0" dirty="0">
                          <a:solidFill>
                            <a:schemeClr val="tx1">
                              <a:lumMod val="50000"/>
                              <a:lumOff val="50000"/>
                            </a:schemeClr>
                          </a:solidFill>
                          <a:latin typeface="+mn-lt"/>
                          <a:ea typeface="+mn-ea"/>
                          <a:cs typeface="Arial" pitchFamily="34" charset="0"/>
                        </a:rPr>
                        <a:t>Issues</a:t>
                      </a:r>
                      <a:r>
                        <a:rPr lang="en-US" sz="1200" kern="1200" noProof="0" dirty="0">
                          <a:solidFill>
                            <a:schemeClr val="tx1">
                              <a:lumMod val="50000"/>
                              <a:lumOff val="50000"/>
                            </a:schemeClr>
                          </a:solidFill>
                          <a:latin typeface="+mn-lt"/>
                          <a:ea typeface="+mn-ea"/>
                          <a:cs typeface="Arial" pitchFamily="34" charset="0"/>
                        </a:rPr>
                        <a:t>: delays in seeking Requisition</a:t>
                      </a:r>
                    </a:p>
                    <a:p>
                      <a:pPr marL="0" marR="0" indent="0" algn="l" defTabSz="914400" rtl="0" eaLnBrk="1" fontAlgn="ctr" latinLnBrk="0" hangingPunct="1">
                        <a:lnSpc>
                          <a:spcPct val="100000"/>
                        </a:lnSpc>
                        <a:spcBef>
                          <a:spcPts val="0"/>
                        </a:spcBef>
                        <a:spcAft>
                          <a:spcPts val="0"/>
                        </a:spcAft>
                        <a:buClrTx/>
                        <a:buSzTx/>
                        <a:buFontTx/>
                        <a:buNone/>
                        <a:tabLst/>
                        <a:defRPr/>
                      </a:pPr>
                      <a:r>
                        <a:rPr lang="en-US" sz="1200" b="1" kern="1200" noProof="0" dirty="0">
                          <a:solidFill>
                            <a:schemeClr val="tx1">
                              <a:lumMod val="50000"/>
                              <a:lumOff val="50000"/>
                            </a:schemeClr>
                          </a:solidFill>
                          <a:latin typeface="+mn-lt"/>
                          <a:ea typeface="+mn-ea"/>
                          <a:cs typeface="Arial" pitchFamily="34" charset="0"/>
                        </a:rPr>
                        <a:t>Actions</a:t>
                      </a:r>
                      <a:r>
                        <a:rPr lang="en-US" sz="1200" kern="1200" noProof="0" dirty="0">
                          <a:solidFill>
                            <a:schemeClr val="tx1">
                              <a:lumMod val="50000"/>
                              <a:lumOff val="50000"/>
                            </a:schemeClr>
                          </a:solidFill>
                          <a:latin typeface="+mn-lt"/>
                          <a:ea typeface="+mn-ea"/>
                          <a:cs typeface="Arial" pitchFamily="34" charset="0"/>
                        </a:rPr>
                        <a:t>: be revised in meeting with Juan Perez</a:t>
                      </a:r>
                    </a:p>
                    <a:p>
                      <a:pPr marL="0" marR="0" indent="0" algn="l" defTabSz="914400" rtl="0" eaLnBrk="1" fontAlgn="ctr" latinLnBrk="0" hangingPunct="1">
                        <a:lnSpc>
                          <a:spcPct val="100000"/>
                        </a:lnSpc>
                        <a:spcBef>
                          <a:spcPts val="0"/>
                        </a:spcBef>
                        <a:spcAft>
                          <a:spcPts val="0"/>
                        </a:spcAft>
                        <a:buClrTx/>
                        <a:buSzTx/>
                        <a:buFontTx/>
                        <a:buNone/>
                        <a:tabLst/>
                        <a:defRPr/>
                      </a:pPr>
                      <a:r>
                        <a:rPr lang="en-US" sz="1200" b="1" kern="1200" noProof="0" dirty="0">
                          <a:solidFill>
                            <a:schemeClr val="tx1">
                              <a:lumMod val="50000"/>
                              <a:lumOff val="50000"/>
                            </a:schemeClr>
                          </a:solidFill>
                          <a:latin typeface="+mn-lt"/>
                          <a:ea typeface="+mn-ea"/>
                          <a:cs typeface="Arial" pitchFamily="34" charset="0"/>
                        </a:rPr>
                        <a:t>Risks</a:t>
                      </a:r>
                      <a:r>
                        <a:rPr lang="en-US" sz="1200" kern="1200" noProof="0" dirty="0">
                          <a:solidFill>
                            <a:schemeClr val="tx1">
                              <a:lumMod val="50000"/>
                              <a:lumOff val="50000"/>
                            </a:schemeClr>
                          </a:solidFill>
                          <a:latin typeface="+mn-lt"/>
                          <a:ea typeface="+mn-ea"/>
                          <a:cs typeface="Arial" pitchFamily="34" charset="0"/>
                        </a:rPr>
                        <a:t>:</a:t>
                      </a:r>
                      <a:r>
                        <a:rPr lang="en-US" sz="1200" kern="1200" baseline="0" noProof="0" dirty="0">
                          <a:solidFill>
                            <a:schemeClr val="tx1">
                              <a:lumMod val="50000"/>
                              <a:lumOff val="50000"/>
                            </a:schemeClr>
                          </a:solidFill>
                          <a:latin typeface="+mn-lt"/>
                          <a:ea typeface="+mn-ea"/>
                          <a:cs typeface="Arial" pitchFamily="34" charset="0"/>
                        </a:rPr>
                        <a:t> </a:t>
                      </a:r>
                      <a:r>
                        <a:rPr lang="en-US" sz="1200" kern="1200" noProof="0" dirty="0">
                          <a:solidFill>
                            <a:schemeClr val="tx1">
                              <a:lumMod val="50000"/>
                              <a:lumOff val="50000"/>
                            </a:schemeClr>
                          </a:solidFill>
                          <a:latin typeface="+mn-lt"/>
                          <a:ea typeface="+mn-ea"/>
                          <a:cs typeface="Arial" pitchFamily="34" charset="0"/>
                        </a:rPr>
                        <a:t>delays in seeking Requisition</a:t>
                      </a:r>
                    </a:p>
                    <a:p>
                      <a:pPr algn="l" rtl="0" fontAlgn="ctr"/>
                      <a:r>
                        <a:rPr lang="en-US" sz="1200" kern="1200" noProof="0" dirty="0">
                          <a:solidFill>
                            <a:schemeClr val="tx1">
                              <a:lumMod val="50000"/>
                              <a:lumOff val="50000"/>
                            </a:schemeClr>
                          </a:solidFill>
                          <a:latin typeface="+mn-lt"/>
                          <a:ea typeface="+mn-ea"/>
                          <a:cs typeface="Arial" pitchFamily="34" charset="0"/>
                        </a:rPr>
                        <a:t>For Services contractor</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200" b="1" kern="1200" baseline="0" noProof="0" dirty="0">
                          <a:solidFill>
                            <a:schemeClr val="tx1">
                              <a:lumMod val="50000"/>
                              <a:lumOff val="50000"/>
                            </a:schemeClr>
                          </a:solidFill>
                          <a:latin typeface="+mn-lt"/>
                          <a:ea typeface="+mn-ea"/>
                          <a:cs typeface="Arial" pitchFamily="34" charset="0"/>
                        </a:rPr>
                        <a:t>Actions</a:t>
                      </a:r>
                      <a:r>
                        <a:rPr lang="en-US" sz="1200" kern="1200" baseline="0" noProof="0" dirty="0">
                          <a:solidFill>
                            <a:schemeClr val="tx1">
                              <a:lumMod val="50000"/>
                              <a:lumOff val="50000"/>
                            </a:schemeClr>
                          </a:solidFill>
                          <a:latin typeface="+mn-lt"/>
                          <a:ea typeface="+mn-ea"/>
                          <a:cs typeface="Arial" pitchFamily="34" charset="0"/>
                        </a:rPr>
                        <a:t>: follow-up will be given on Wednesdays meetings</a:t>
                      </a: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4152476319"/>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bg1">
                              <a:lumMod val="50000"/>
                            </a:schemeClr>
                          </a:solidFill>
                          <a:effectLst/>
                          <a:latin typeface="+mn-lt"/>
                          <a:ea typeface="+mn-ea"/>
                          <a:cs typeface="+mn-cs"/>
                        </a:rPr>
                        <a:t>Dam Build:</a:t>
                      </a:r>
                      <a:r>
                        <a:rPr lang="en-US" sz="1200" b="0" i="0" u="none" strike="noStrike" kern="1200" baseline="0" dirty="0">
                          <a:solidFill>
                            <a:schemeClr val="bg1">
                              <a:lumMod val="50000"/>
                            </a:schemeClr>
                          </a:solidFill>
                          <a:effectLst/>
                          <a:latin typeface="+mn-lt"/>
                          <a:ea typeface="+mn-ea"/>
                          <a:cs typeface="+mn-cs"/>
                        </a:rPr>
                        <a:t> CONSTRUCTION - EXTERNAL WORK - WORK, AS FENCES, FENCES, STAIRS, ETC.</a:t>
                      </a:r>
                      <a:endParaRPr lang="en-US" sz="1200" b="0" i="0" u="none" strike="noStrike" kern="1200" dirty="0">
                        <a:solidFill>
                          <a:schemeClr val="bg1">
                            <a:lumMod val="50000"/>
                          </a:schemeClr>
                        </a:solidFill>
                        <a:effectLst/>
                        <a:latin typeface="+mn-lt"/>
                        <a:ea typeface="+mn-ea"/>
                        <a:cs typeface="+mn-cs"/>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aphicFrame>
        <p:nvGraphicFramePr>
          <p:cNvPr id="4" name="3 Tabla"/>
          <p:cNvGraphicFramePr>
            <a:graphicFrameLocks noGrp="1"/>
          </p:cNvGraphicFramePr>
          <p:nvPr>
            <p:extLst>
              <p:ext uri="{D42A27DB-BD31-4B8C-83A1-F6EECF244321}">
                <p14:modId xmlns:p14="http://schemas.microsoft.com/office/powerpoint/2010/main" val="1879562097"/>
              </p:ext>
            </p:extLst>
          </p:nvPr>
        </p:nvGraphicFramePr>
        <p:xfrm>
          <a:off x="3170196" y="3933056"/>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37392">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20-Feb-13</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23-Feb-13</a:t>
                      </a:r>
                      <a:r>
                        <a:rPr lang="es-CO" sz="1000" b="0" i="0" u="none" strike="noStrike" baseline="0" dirty="0">
                          <a:solidFill>
                            <a:srgbClr val="808080"/>
                          </a:solidFill>
                          <a:effectLst/>
                          <a:latin typeface="+mn-lt"/>
                        </a:rPr>
                        <a:t>     </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baseline="0" dirty="0">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23-Feb-13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a:solidFill>
                            <a:srgbClr val="808080"/>
                          </a:solidFill>
                          <a:effectLst/>
                          <a:latin typeface="NII Sans"/>
                        </a:rPr>
                        <a:t>    22-Mar-13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25-Mar-13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26-Mar-13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Delay</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19-Apr-13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20-Abr-13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s-CO"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23-Apr-13    </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23-Abr-13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24-Apr-13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04-Jul-13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05-Jul-13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05-Jul-13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30405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75" y="449376"/>
            <a:ext cx="2791420" cy="115047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100">
                <a:solidFill>
                  <a:schemeClr val="bg1">
                    <a:lumMod val="50000"/>
                  </a:schemeClr>
                </a:solidFill>
              </a:rPr>
              <a:t> Coax Cable Protection   </a:t>
            </a:r>
          </a:p>
          <a:p>
            <a:r>
              <a:rPr lang="en-US" sz="1100">
                <a:solidFill>
                  <a:schemeClr val="bg1">
                    <a:lumMod val="50000"/>
                  </a:schemeClr>
                </a:solidFill>
              </a:rPr>
              <a:t> </a:t>
            </a:r>
          </a:p>
          <a:p>
            <a:r>
              <a:rPr lang="en-US" sz="1400">
                <a:solidFill>
                  <a:schemeClr val="bg1">
                    <a:lumMod val="50000"/>
                  </a:schemeClr>
                </a:solidFill>
              </a:rPr>
              <a:t>13-ID-FLM015</a:t>
            </a:r>
          </a:p>
          <a:p>
            <a:endParaRPr lang="en-US" sz="14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a:t>Project </a:t>
            </a:r>
            <a:r>
              <a:rPr lang="es-MX" sz="1400" dirty="0" err="1"/>
              <a:t>Title</a:t>
            </a:r>
            <a:r>
              <a:rPr lang="es-MX" sz="1400" dirty="0"/>
              <a:t>/ID</a:t>
            </a:r>
            <a:endParaRPr lang="en-US" sz="1400" dirty="0"/>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18-Feb-13 </a:t>
            </a:r>
          </a:p>
          <a:p>
            <a:r>
              <a:rPr lang="en-US" sz="1200" dirty="0">
                <a:solidFill>
                  <a:schemeClr val="bg1">
                    <a:lumMod val="50000"/>
                  </a:schemeClr>
                </a:solidFill>
              </a:rPr>
              <a:t>Completion Date:    30-Jul-13  </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dirty="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s-MX" sz="1100" dirty="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dirty="0" err="1"/>
              <a:t>Description</a:t>
            </a:r>
            <a:r>
              <a:rPr lang="es-MX" sz="1400" dirty="0"/>
              <a:t> / </a:t>
            </a:r>
            <a:r>
              <a:rPr lang="es-MX" sz="1400" dirty="0" err="1"/>
              <a:t>Comments</a:t>
            </a:r>
            <a:endParaRPr lang="en-US" sz="1400" dirty="0"/>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a:solidFill>
                  <a:schemeClr val="tx1">
                    <a:lumMod val="50000"/>
                    <a:lumOff val="50000"/>
                  </a:schemeClr>
                </a:solidFill>
                <a:cs typeface="Arial" pitchFamily="34" charset="0"/>
              </a:rPr>
              <a:t>Services Work </a:t>
            </a:r>
            <a:r>
              <a:rPr lang="en-US" sz="1200">
                <a:solidFill>
                  <a:schemeClr val="tx1">
                    <a:lumMod val="50000"/>
                    <a:lumOff val="50000"/>
                  </a:schemeClr>
                </a:solidFill>
                <a:latin typeface="+mj-lt"/>
                <a:cs typeface="Arial" pitchFamily="34" charset="0"/>
              </a:rPr>
              <a:t>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dirty="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3348196489"/>
              </p:ext>
            </p:extLst>
          </p:nvPr>
        </p:nvGraphicFramePr>
        <p:xfrm>
          <a:off x="196404" y="3068960"/>
          <a:ext cx="2647404" cy="1645920"/>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noProof="0" dirty="0">
                          <a:solidFill>
                            <a:schemeClr val="tx1">
                              <a:lumMod val="50000"/>
                              <a:lumOff val="50000"/>
                            </a:schemeClr>
                          </a:solidFill>
                          <a:latin typeface="+mn-lt"/>
                          <a:ea typeface="+mn-ea"/>
                          <a:cs typeface="Arial" pitchFamily="34" charset="0"/>
                        </a:rPr>
                        <a:t>Issues</a:t>
                      </a:r>
                      <a:r>
                        <a:rPr lang="en-US" sz="1200" kern="1200" noProof="0" dirty="0">
                          <a:solidFill>
                            <a:schemeClr val="tx1">
                              <a:lumMod val="50000"/>
                              <a:lumOff val="50000"/>
                            </a:schemeClr>
                          </a:solidFill>
                          <a:latin typeface="+mn-lt"/>
                          <a:ea typeface="+mn-ea"/>
                          <a:cs typeface="Arial" pitchFamily="34" charset="0"/>
                        </a:rPr>
                        <a:t>: delays in seeking Requisition</a:t>
                      </a:r>
                    </a:p>
                    <a:p>
                      <a:pPr marL="0" marR="0" indent="0" algn="l" defTabSz="914400" rtl="0" eaLnBrk="1" fontAlgn="ctr" latinLnBrk="0" hangingPunct="1">
                        <a:lnSpc>
                          <a:spcPct val="100000"/>
                        </a:lnSpc>
                        <a:spcBef>
                          <a:spcPts val="0"/>
                        </a:spcBef>
                        <a:spcAft>
                          <a:spcPts val="0"/>
                        </a:spcAft>
                        <a:buClrTx/>
                        <a:buSzTx/>
                        <a:buFontTx/>
                        <a:buNone/>
                        <a:tabLst/>
                        <a:defRPr/>
                      </a:pPr>
                      <a:r>
                        <a:rPr lang="en-US" sz="1200" b="1" kern="1200" noProof="0" dirty="0">
                          <a:solidFill>
                            <a:schemeClr val="tx1">
                              <a:lumMod val="50000"/>
                              <a:lumOff val="50000"/>
                            </a:schemeClr>
                          </a:solidFill>
                          <a:latin typeface="+mn-lt"/>
                          <a:ea typeface="+mn-ea"/>
                          <a:cs typeface="Arial" pitchFamily="34" charset="0"/>
                        </a:rPr>
                        <a:t>Action</a:t>
                      </a:r>
                      <a:r>
                        <a:rPr lang="en-US" sz="1200" kern="1200" noProof="0" dirty="0">
                          <a:solidFill>
                            <a:schemeClr val="tx1">
                              <a:lumMod val="50000"/>
                              <a:lumOff val="50000"/>
                            </a:schemeClr>
                          </a:solidFill>
                          <a:latin typeface="+mn-lt"/>
                          <a:ea typeface="+mn-ea"/>
                          <a:cs typeface="Arial" pitchFamily="34" charset="0"/>
                        </a:rPr>
                        <a:t>: be revised in meeting with Juan Perez</a:t>
                      </a:r>
                    </a:p>
                    <a:p>
                      <a:pPr algn="l" rtl="0" fontAlgn="ctr"/>
                      <a:r>
                        <a:rPr lang="en-US" sz="1200" b="1" kern="1200" noProof="0" dirty="0">
                          <a:solidFill>
                            <a:schemeClr val="tx1">
                              <a:lumMod val="50000"/>
                              <a:lumOff val="50000"/>
                            </a:schemeClr>
                          </a:solidFill>
                          <a:latin typeface="+mn-lt"/>
                          <a:ea typeface="+mn-ea"/>
                          <a:cs typeface="Arial" pitchFamily="34" charset="0"/>
                        </a:rPr>
                        <a:t>Risks</a:t>
                      </a:r>
                      <a:r>
                        <a:rPr lang="en-US" sz="1200" kern="1200" noProof="0" dirty="0">
                          <a:solidFill>
                            <a:schemeClr val="tx1">
                              <a:lumMod val="50000"/>
                              <a:lumOff val="50000"/>
                            </a:schemeClr>
                          </a:solidFill>
                          <a:latin typeface="+mn-lt"/>
                          <a:ea typeface="+mn-ea"/>
                          <a:cs typeface="Arial" pitchFamily="34" charset="0"/>
                        </a:rPr>
                        <a:t>: this project depends on the delivery of services to vender to requisition the suitability of the site</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200" b="1" kern="1200" baseline="0" noProof="0" dirty="0">
                          <a:solidFill>
                            <a:schemeClr val="tx1">
                              <a:lumMod val="50000"/>
                              <a:lumOff val="50000"/>
                            </a:schemeClr>
                          </a:solidFill>
                          <a:latin typeface="+mn-lt"/>
                          <a:ea typeface="+mn-ea"/>
                          <a:cs typeface="Arial" pitchFamily="34" charset="0"/>
                        </a:rPr>
                        <a:t>Actions</a:t>
                      </a:r>
                      <a:r>
                        <a:rPr lang="en-US" sz="1200" kern="1200" baseline="0" noProof="0" dirty="0">
                          <a:solidFill>
                            <a:schemeClr val="tx1">
                              <a:lumMod val="50000"/>
                              <a:lumOff val="50000"/>
                            </a:schemeClr>
                          </a:solidFill>
                          <a:latin typeface="+mn-lt"/>
                          <a:ea typeface="+mn-ea"/>
                          <a:cs typeface="Arial" pitchFamily="34" charset="0"/>
                        </a:rPr>
                        <a:t>: follow-up will be given on Wednesdays meetings</a:t>
                      </a:r>
                    </a:p>
                    <a:p>
                      <a:pPr algn="l" rtl="0" fontAlgn="ctr"/>
                      <a:endParaRPr lang="en-US" sz="1200" kern="1200" baseline="0" noProof="0" dirty="0">
                        <a:solidFill>
                          <a:schemeClr val="tx1">
                            <a:lumMod val="50000"/>
                            <a:lumOff val="50000"/>
                          </a:schemeClr>
                        </a:solidFill>
                        <a:latin typeface="+mn-lt"/>
                        <a:ea typeface="+mn-ea"/>
                        <a:cs typeface="Arial" pitchFamily="34" charset="0"/>
                      </a:endParaRP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1582075654"/>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bg1">
                              <a:lumMod val="50000"/>
                            </a:schemeClr>
                          </a:solidFill>
                          <a:effectLst/>
                          <a:latin typeface="+mn-lt"/>
                          <a:ea typeface="+mn-ea"/>
                          <a:cs typeface="+mn-cs"/>
                        </a:rPr>
                        <a:t>Coax Cable Protection : COAXIAL LINE PROTECTION IN TOWER</a:t>
                      </a: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aphicFrame>
        <p:nvGraphicFramePr>
          <p:cNvPr id="4" name="3 Tabla"/>
          <p:cNvGraphicFramePr>
            <a:graphicFrameLocks noGrp="1"/>
          </p:cNvGraphicFramePr>
          <p:nvPr>
            <p:extLst>
              <p:ext uri="{D42A27DB-BD31-4B8C-83A1-F6EECF244321}">
                <p14:modId xmlns:p14="http://schemas.microsoft.com/office/powerpoint/2010/main" val="2468123275"/>
              </p:ext>
            </p:extLst>
          </p:nvPr>
        </p:nvGraphicFramePr>
        <p:xfrm>
          <a:off x="3170196" y="3933056"/>
          <a:ext cx="5650276"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715488">
                  <a:extLst>
                    <a:ext uri="{9D8B030D-6E8A-4147-A177-3AD203B41FA5}">
                      <a16:colId xmlns:a16="http://schemas.microsoft.com/office/drawing/2014/main" val="20004"/>
                    </a:ext>
                  </a:extLst>
                </a:gridCol>
              </a:tblGrid>
              <a:tr h="37392">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20-Feb-13</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23-Feb-13</a:t>
                      </a:r>
                      <a:r>
                        <a:rPr lang="es-CO" sz="1000" b="0" i="0" u="none" strike="noStrike" baseline="0" dirty="0">
                          <a:solidFill>
                            <a:srgbClr val="808080"/>
                          </a:solidFill>
                          <a:effectLst/>
                          <a:latin typeface="+mn-lt"/>
                        </a:rPr>
                        <a:t>     </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baseline="0" dirty="0">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23-Feb-13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a:solidFill>
                            <a:srgbClr val="808080"/>
                          </a:solidFill>
                          <a:effectLst/>
                          <a:latin typeface="NII Sans"/>
                        </a:rPr>
                        <a:t>    22-Mar-13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25-Mar-13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26-Mar-13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Delay</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19-Apr-13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20-Apr-13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s-CO"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23-Apr-13    </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23-Apr-13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24-Apr-13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04-Jul-13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05-Jul-13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05-Jul-13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68093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570DF9-820C-4B68-A595-5BB1B48A7D07}"/>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13A661B7-A701-44E6-AE43-E9EFC0E3B92D}"/>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3554126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75" y="449376"/>
            <a:ext cx="2791420" cy="115047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100">
                <a:solidFill>
                  <a:schemeClr val="bg1">
                    <a:lumMod val="50000"/>
                  </a:schemeClr>
                </a:solidFill>
              </a:rPr>
              <a:t> Generator 35 KW &amp; TS Relocation  </a:t>
            </a:r>
          </a:p>
          <a:p>
            <a:r>
              <a:rPr lang="en-US" sz="1100">
                <a:solidFill>
                  <a:schemeClr val="bg1">
                    <a:lumMod val="50000"/>
                  </a:schemeClr>
                </a:solidFill>
              </a:rPr>
              <a:t> </a:t>
            </a:r>
          </a:p>
          <a:p>
            <a:r>
              <a:rPr lang="en-US" sz="1400">
                <a:solidFill>
                  <a:schemeClr val="bg1">
                    <a:lumMod val="50000"/>
                  </a:schemeClr>
                </a:solidFill>
              </a:rPr>
              <a:t>13-ID-FLM016</a:t>
            </a:r>
          </a:p>
          <a:p>
            <a:endParaRPr lang="en-US" sz="1400">
              <a:solidFill>
                <a:schemeClr val="bg1">
                  <a:lumMod val="50000"/>
                </a:schemeClr>
              </a:solidFill>
            </a:endParaRPr>
          </a:p>
        </p:txBody>
      </p:sp>
      <p:sp>
        <p:nvSpPr>
          <p:cNvPr id="3" name="2 Rectángulo redondeado"/>
          <p:cNvSpPr/>
          <p:nvPr/>
        </p:nvSpPr>
        <p:spPr>
          <a:xfrm>
            <a:off x="124396" y="285750"/>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Project Title/ID</a:t>
            </a:r>
          </a:p>
        </p:txBody>
      </p:sp>
      <p:sp>
        <p:nvSpPr>
          <p:cNvPr id="9" name="8 Rectángulo redondeado"/>
          <p:cNvSpPr/>
          <p:nvPr/>
        </p:nvSpPr>
        <p:spPr>
          <a:xfrm>
            <a:off x="124396" y="1341204"/>
            <a:ext cx="2791420" cy="112702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sz="1200" dirty="0">
                <a:solidFill>
                  <a:schemeClr val="bg1">
                    <a:lumMod val="50000"/>
                  </a:schemeClr>
                </a:solidFill>
              </a:rPr>
              <a:t>Start Date:           18-Feb-13        </a:t>
            </a:r>
          </a:p>
          <a:p>
            <a:r>
              <a:rPr lang="en-US" sz="1200" dirty="0">
                <a:solidFill>
                  <a:schemeClr val="bg1">
                    <a:lumMod val="50000"/>
                  </a:schemeClr>
                </a:solidFill>
              </a:rPr>
              <a:t>Completion Date: 30-Jul-13</a:t>
            </a:r>
          </a:p>
        </p:txBody>
      </p:sp>
      <p:sp>
        <p:nvSpPr>
          <p:cNvPr id="10" name="9 Rectángulo redondeado"/>
          <p:cNvSpPr/>
          <p:nvPr/>
        </p:nvSpPr>
        <p:spPr>
          <a:xfrm>
            <a:off x="124396" y="1341204"/>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Timeline / ETC</a:t>
            </a:r>
          </a:p>
        </p:txBody>
      </p:sp>
      <p:sp>
        <p:nvSpPr>
          <p:cNvPr id="11" name="10 Rectángulo redondeado"/>
          <p:cNvSpPr/>
          <p:nvPr/>
        </p:nvSpPr>
        <p:spPr>
          <a:xfrm>
            <a:off x="124396" y="2538134"/>
            <a:ext cx="2791420" cy="3627169"/>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lvl="1" fontAlgn="ctr">
              <a:defRPr/>
            </a:pPr>
            <a:endParaRPr lang="en-US" sz="1200">
              <a:solidFill>
                <a:schemeClr val="tx1">
                  <a:lumMod val="50000"/>
                  <a:lumOff val="50000"/>
                </a:schemeClr>
              </a:solidFill>
              <a:latin typeface="+mj-lt"/>
              <a:cs typeface="Arial" pitchFamily="34" charset="0"/>
            </a:endParaRPr>
          </a:p>
        </p:txBody>
      </p:sp>
      <p:sp>
        <p:nvSpPr>
          <p:cNvPr id="12" name="11 Rectángulo redondeado"/>
          <p:cNvSpPr/>
          <p:nvPr/>
        </p:nvSpPr>
        <p:spPr>
          <a:xfrm>
            <a:off x="124396" y="2538135"/>
            <a:ext cx="2791420"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Issues / Risks</a:t>
            </a:r>
          </a:p>
        </p:txBody>
      </p:sp>
      <p:sp>
        <p:nvSpPr>
          <p:cNvPr id="13" name="12 Rectángulo redondeado"/>
          <p:cNvSpPr/>
          <p:nvPr/>
        </p:nvSpPr>
        <p:spPr>
          <a:xfrm>
            <a:off x="3004716" y="285750"/>
            <a:ext cx="5959772" cy="98301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100">
              <a:solidFill>
                <a:schemeClr val="bg1">
                  <a:lumMod val="50000"/>
                </a:schemeClr>
              </a:solidFill>
            </a:endParaRPr>
          </a:p>
        </p:txBody>
      </p:sp>
      <p:sp>
        <p:nvSpPr>
          <p:cNvPr id="14" name="13 Rectángulo redondeado"/>
          <p:cNvSpPr/>
          <p:nvPr/>
        </p:nvSpPr>
        <p:spPr>
          <a:xfrm>
            <a:off x="3004716" y="285750"/>
            <a:ext cx="5959772"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Description / Comments</a:t>
            </a:r>
          </a:p>
        </p:txBody>
      </p:sp>
      <p:sp>
        <p:nvSpPr>
          <p:cNvPr id="15" name="14 Rectángulo redondeado"/>
          <p:cNvSpPr/>
          <p:nvPr/>
        </p:nvSpPr>
        <p:spPr>
          <a:xfrm>
            <a:off x="3016904" y="1340768"/>
            <a:ext cx="5947584" cy="100811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endParaRPr lang="en-US" sz="1200" dirty="0">
              <a:solidFill>
                <a:schemeClr val="tx1">
                  <a:lumMod val="50000"/>
                  <a:lumOff val="50000"/>
                </a:schemeClr>
              </a:solidFill>
              <a:latin typeface="+mj-lt"/>
              <a:cs typeface="Arial" pitchFamily="34" charset="0"/>
            </a:endParaRPr>
          </a:p>
          <a:p>
            <a:pPr marL="179388" indent="-179388" defTabSz="935038">
              <a:lnSpc>
                <a:spcPct val="95000"/>
              </a:lnSpc>
              <a:spcBef>
                <a:spcPct val="25000"/>
              </a:spcBef>
              <a:buFont typeface="Wingdings" pitchFamily="2" charset="2"/>
              <a:buChar char="§"/>
            </a:pPr>
            <a:r>
              <a:rPr lang="en-US" sz="1200" dirty="0">
                <a:solidFill>
                  <a:schemeClr val="tx1">
                    <a:lumMod val="50000"/>
                    <a:lumOff val="50000"/>
                  </a:schemeClr>
                </a:solidFill>
                <a:cs typeface="Arial" pitchFamily="34" charset="0"/>
              </a:rPr>
              <a:t>Services Work </a:t>
            </a:r>
            <a:r>
              <a:rPr lang="en-US" sz="1200" dirty="0">
                <a:solidFill>
                  <a:schemeClr val="tx1">
                    <a:lumMod val="50000"/>
                    <a:lumOff val="50000"/>
                  </a:schemeClr>
                </a:solidFill>
                <a:latin typeface="+mj-lt"/>
                <a:cs typeface="Arial" pitchFamily="34" charset="0"/>
              </a:rPr>
              <a:t> in requisition by NSN</a:t>
            </a:r>
          </a:p>
        </p:txBody>
      </p:sp>
      <p:sp>
        <p:nvSpPr>
          <p:cNvPr id="16" name="15 Rectángulo redondeado"/>
          <p:cNvSpPr/>
          <p:nvPr/>
        </p:nvSpPr>
        <p:spPr>
          <a:xfrm>
            <a:off x="3016904" y="1340768"/>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Complete Activities</a:t>
            </a:r>
          </a:p>
        </p:txBody>
      </p:sp>
      <p:sp>
        <p:nvSpPr>
          <p:cNvPr id="17" name="16 Rectángulo redondeado"/>
          <p:cNvSpPr/>
          <p:nvPr/>
        </p:nvSpPr>
        <p:spPr>
          <a:xfrm>
            <a:off x="3004716" y="2420888"/>
            <a:ext cx="5947584" cy="9361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171450" indent="-171450" defTabSz="935038">
              <a:lnSpc>
                <a:spcPct val="95000"/>
              </a:lnSpc>
              <a:spcBef>
                <a:spcPct val="25000"/>
              </a:spcBef>
              <a:buFont typeface="Arial" pitchFamily="34" charset="0"/>
              <a:buChar char="•"/>
            </a:pPr>
            <a:r>
              <a:rPr lang="en-US" sz="1200">
                <a:solidFill>
                  <a:schemeClr val="tx1">
                    <a:lumMod val="50000"/>
                    <a:lumOff val="50000"/>
                  </a:schemeClr>
                </a:solidFill>
                <a:cs typeface="Arial" pitchFamily="34" charset="0"/>
              </a:rPr>
              <a:t>Validate with Juan Perez the priority between IDEN and 3G projects</a:t>
            </a:r>
          </a:p>
        </p:txBody>
      </p:sp>
      <p:sp>
        <p:nvSpPr>
          <p:cNvPr id="18" name="17 Rectángulo redondeado"/>
          <p:cNvSpPr/>
          <p:nvPr/>
        </p:nvSpPr>
        <p:spPr>
          <a:xfrm>
            <a:off x="3004716" y="2420888"/>
            <a:ext cx="5947584" cy="283259"/>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Next Steps</a:t>
            </a:r>
          </a:p>
        </p:txBody>
      </p:sp>
      <p:sp>
        <p:nvSpPr>
          <p:cNvPr id="19" name="18 Rectángulo redondeado"/>
          <p:cNvSpPr/>
          <p:nvPr/>
        </p:nvSpPr>
        <p:spPr>
          <a:xfrm>
            <a:off x="3016904" y="3429000"/>
            <a:ext cx="5947584" cy="2736304"/>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1200"/>
          </a:p>
        </p:txBody>
      </p:sp>
      <p:sp>
        <p:nvSpPr>
          <p:cNvPr id="20" name="19 Rectángulo redondeado"/>
          <p:cNvSpPr/>
          <p:nvPr/>
        </p:nvSpPr>
        <p:spPr>
          <a:xfrm>
            <a:off x="3016904" y="3429001"/>
            <a:ext cx="5947584" cy="334938"/>
          </a:xfrm>
          <a:prstGeom prst="round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Milestones and Key Dates</a:t>
            </a:r>
          </a:p>
        </p:txBody>
      </p:sp>
      <p:graphicFrame>
        <p:nvGraphicFramePr>
          <p:cNvPr id="22" name="21 Tabla"/>
          <p:cNvGraphicFramePr>
            <a:graphicFrameLocks noGrp="1"/>
          </p:cNvGraphicFramePr>
          <p:nvPr>
            <p:extLst>
              <p:ext uri="{D42A27DB-BD31-4B8C-83A1-F6EECF244321}">
                <p14:modId xmlns:p14="http://schemas.microsoft.com/office/powerpoint/2010/main" val="3637405715"/>
              </p:ext>
            </p:extLst>
          </p:nvPr>
        </p:nvGraphicFramePr>
        <p:xfrm>
          <a:off x="196404" y="3068960"/>
          <a:ext cx="2647404" cy="1463040"/>
        </p:xfrm>
        <a:graphic>
          <a:graphicData uri="http://schemas.openxmlformats.org/drawingml/2006/table">
            <a:tbl>
              <a:tblPr/>
              <a:tblGrid>
                <a:gridCol w="2647404">
                  <a:extLst>
                    <a:ext uri="{9D8B030D-6E8A-4147-A177-3AD203B41FA5}">
                      <a16:colId xmlns:a16="http://schemas.microsoft.com/office/drawing/2014/main" val="20000"/>
                    </a:ext>
                  </a:extLst>
                </a:gridCol>
              </a:tblGrid>
              <a:tr h="377436">
                <a:tc>
                  <a:txBody>
                    <a:bodyPr/>
                    <a:lstStyle/>
                    <a:p>
                      <a:pPr algn="l" rtl="0" fontAlgn="ctr"/>
                      <a:r>
                        <a:rPr lang="en-US" sz="1200" b="1" kern="1200" noProof="0" dirty="0">
                          <a:solidFill>
                            <a:schemeClr val="tx1">
                              <a:lumMod val="50000"/>
                              <a:lumOff val="50000"/>
                            </a:schemeClr>
                          </a:solidFill>
                          <a:latin typeface="+mn-lt"/>
                          <a:ea typeface="+mn-ea"/>
                          <a:cs typeface="Arial" pitchFamily="34" charset="0"/>
                        </a:rPr>
                        <a:t>Issues</a:t>
                      </a:r>
                      <a:r>
                        <a:rPr lang="en-US" sz="1200" kern="1200" noProof="0" dirty="0">
                          <a:solidFill>
                            <a:schemeClr val="tx1">
                              <a:lumMod val="50000"/>
                              <a:lumOff val="50000"/>
                            </a:schemeClr>
                          </a:solidFill>
                          <a:latin typeface="+mn-lt"/>
                          <a:ea typeface="+mn-ea"/>
                          <a:cs typeface="Arial" pitchFamily="34" charset="0"/>
                        </a:rPr>
                        <a:t>: delays in seeking Requisition</a:t>
                      </a:r>
                    </a:p>
                    <a:p>
                      <a:pPr algn="l" rtl="0" fontAlgn="ctr"/>
                      <a:r>
                        <a:rPr lang="en-US" sz="1200" b="1" kern="1200" noProof="0" dirty="0">
                          <a:solidFill>
                            <a:schemeClr val="tx1">
                              <a:lumMod val="50000"/>
                              <a:lumOff val="50000"/>
                            </a:schemeClr>
                          </a:solidFill>
                          <a:latin typeface="+mn-lt"/>
                          <a:ea typeface="+mn-ea"/>
                          <a:cs typeface="Arial" pitchFamily="34" charset="0"/>
                        </a:rPr>
                        <a:t>Actions</a:t>
                      </a:r>
                      <a:r>
                        <a:rPr lang="en-US" sz="1200" kern="1200" noProof="0" dirty="0">
                          <a:solidFill>
                            <a:schemeClr val="tx1">
                              <a:lumMod val="50000"/>
                              <a:lumOff val="50000"/>
                            </a:schemeClr>
                          </a:solidFill>
                          <a:latin typeface="+mn-lt"/>
                          <a:ea typeface="+mn-ea"/>
                          <a:cs typeface="Arial" pitchFamily="34" charset="0"/>
                        </a:rPr>
                        <a:t>:</a:t>
                      </a:r>
                      <a:r>
                        <a:rPr lang="en-US" sz="1200" kern="1200" baseline="0" noProof="0" dirty="0">
                          <a:solidFill>
                            <a:schemeClr val="tx1">
                              <a:lumMod val="50000"/>
                              <a:lumOff val="50000"/>
                            </a:schemeClr>
                          </a:solidFill>
                          <a:latin typeface="+mn-lt"/>
                          <a:ea typeface="+mn-ea"/>
                          <a:cs typeface="Arial" pitchFamily="34" charset="0"/>
                        </a:rPr>
                        <a:t> </a:t>
                      </a:r>
                      <a:r>
                        <a:rPr lang="en-US" sz="1200" kern="1200" noProof="0" dirty="0">
                          <a:solidFill>
                            <a:schemeClr val="tx1">
                              <a:lumMod val="50000"/>
                              <a:lumOff val="50000"/>
                            </a:schemeClr>
                          </a:solidFill>
                          <a:latin typeface="+mn-lt"/>
                          <a:ea typeface="+mn-ea"/>
                          <a:cs typeface="Arial" pitchFamily="34" charset="0"/>
                        </a:rPr>
                        <a:t>be revised in meeting with Juan Perez</a:t>
                      </a:r>
                    </a:p>
                    <a:p>
                      <a:pPr algn="l" rtl="0" fontAlgn="ctr"/>
                      <a:r>
                        <a:rPr lang="en-US" sz="1200" b="1" kern="1200" noProof="0" dirty="0">
                          <a:solidFill>
                            <a:schemeClr val="tx1">
                              <a:lumMod val="50000"/>
                              <a:lumOff val="50000"/>
                            </a:schemeClr>
                          </a:solidFill>
                          <a:latin typeface="+mn-lt"/>
                          <a:ea typeface="+mn-ea"/>
                          <a:cs typeface="Arial" pitchFamily="34" charset="0"/>
                        </a:rPr>
                        <a:t>Risks</a:t>
                      </a:r>
                      <a:r>
                        <a:rPr lang="en-US" sz="1200" kern="1200" noProof="0" dirty="0">
                          <a:solidFill>
                            <a:schemeClr val="tx1">
                              <a:lumMod val="50000"/>
                              <a:lumOff val="50000"/>
                            </a:schemeClr>
                          </a:solidFill>
                          <a:latin typeface="+mn-lt"/>
                          <a:ea typeface="+mn-ea"/>
                          <a:cs typeface="Arial" pitchFamily="34" charset="0"/>
                        </a:rPr>
                        <a:t>: compliance dates for close this project depend on the delivery of the equipment in the country </a:t>
                      </a:r>
                    </a:p>
                  </a:txBody>
                  <a:tcPr marL="0" marR="0" marT="0" marB="0" anchor="ctr">
                    <a:lnL>
                      <a:noFill/>
                    </a:lnL>
                    <a:lnR>
                      <a:noFill/>
                    </a:lnR>
                    <a:lnT w="6350" cap="flat" cmpd="sng" algn="ctr">
                      <a:solidFill>
                        <a:srgbClr val="808080"/>
                      </a:solidFill>
                      <a:prstDash val="solid"/>
                      <a:round/>
                      <a:headEnd type="none" w="med" len="med"/>
                      <a:tailEnd type="none" w="med" len="med"/>
                    </a:lnT>
                    <a:lnB>
                      <a:noFill/>
                    </a:lnB>
                  </a:tcPr>
                </a:tc>
                <a:extLst>
                  <a:ext uri="{0D108BD9-81ED-4DB2-BD59-A6C34878D82A}">
                    <a16:rowId xmlns:a16="http://schemas.microsoft.com/office/drawing/2014/main" val="10000"/>
                  </a:ext>
                </a:extLst>
              </a:tr>
              <a:tr h="193321">
                <a:tc>
                  <a:txBody>
                    <a:bodyPr/>
                    <a:lstStyle/>
                    <a:p>
                      <a:pPr algn="l" rtl="0" fontAlgn="ctr"/>
                      <a:r>
                        <a:rPr lang="en-US" sz="1200" b="1" kern="1200" baseline="0" noProof="0" dirty="0">
                          <a:solidFill>
                            <a:schemeClr val="tx1">
                              <a:lumMod val="50000"/>
                              <a:lumOff val="50000"/>
                            </a:schemeClr>
                          </a:solidFill>
                          <a:latin typeface="+mn-lt"/>
                          <a:ea typeface="+mn-ea"/>
                          <a:cs typeface="Arial" pitchFamily="34" charset="0"/>
                        </a:rPr>
                        <a:t>Actions</a:t>
                      </a:r>
                      <a:r>
                        <a:rPr lang="en-US" sz="1200" kern="1200" baseline="0" noProof="0" dirty="0">
                          <a:solidFill>
                            <a:schemeClr val="tx1">
                              <a:lumMod val="50000"/>
                              <a:lumOff val="50000"/>
                            </a:schemeClr>
                          </a:solidFill>
                          <a:latin typeface="+mn-lt"/>
                          <a:ea typeface="+mn-ea"/>
                          <a:cs typeface="Arial" pitchFamily="34" charset="0"/>
                        </a:rPr>
                        <a:t>: follow-up will be given on Wednesdays meetings</a:t>
                      </a:r>
                    </a:p>
                  </a:txBody>
                  <a:tcPr marL="0" marR="0" marT="0" marB="0" anchor="ctr">
                    <a:lnL>
                      <a:noFill/>
                    </a:lnL>
                    <a:lnR>
                      <a:noFill/>
                    </a:lnR>
                    <a:lnT>
                      <a:noFill/>
                    </a:lnT>
                    <a:lnB w="635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Isosceles Triangle 201">
            <a:hlinkClick r:id="" action="ppaction://noaction"/>
          </p:cNvPr>
          <p:cNvSpPr/>
          <p:nvPr/>
        </p:nvSpPr>
        <p:spPr>
          <a:xfrm rot="16200000">
            <a:off x="292245" y="5738837"/>
            <a:ext cx="226436" cy="194450"/>
          </a:xfrm>
          <a:prstGeom prst="triangle">
            <a:avLst/>
          </a:prstGeom>
          <a:solidFill>
            <a:schemeClr val="tx2">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600">
              <a:solidFill>
                <a:srgbClr val="FFFFFF"/>
              </a:solidFill>
            </a:endParaRPr>
          </a:p>
        </p:txBody>
      </p:sp>
      <p:sp>
        <p:nvSpPr>
          <p:cNvPr id="23" name="22 CuadroTexto"/>
          <p:cNvSpPr txBox="1"/>
          <p:nvPr/>
        </p:nvSpPr>
        <p:spPr>
          <a:xfrm>
            <a:off x="502688" y="5733836"/>
            <a:ext cx="396904" cy="215444"/>
          </a:xfrm>
          <a:prstGeom prst="rect">
            <a:avLst/>
          </a:prstGeom>
          <a:noFill/>
        </p:spPr>
        <p:txBody>
          <a:bodyPr wrap="none" lIns="0" tIns="0" rtlCol="0">
            <a:spAutoFit/>
          </a:bodyPr>
          <a:lstStyle/>
          <a:p>
            <a:r>
              <a:rPr lang="en-US" sz="1100">
                <a:solidFill>
                  <a:srgbClr val="C00000"/>
                </a:solidFill>
                <a:latin typeface="+mn-lt"/>
              </a:rPr>
              <a:t>back</a:t>
            </a:r>
          </a:p>
        </p:txBody>
      </p:sp>
      <p:sp>
        <p:nvSpPr>
          <p:cNvPr id="27" name="26 Rectángulo redondeado"/>
          <p:cNvSpPr/>
          <p:nvPr/>
        </p:nvSpPr>
        <p:spPr>
          <a:xfrm>
            <a:off x="124396" y="2133292"/>
            <a:ext cx="2791420" cy="334938"/>
          </a:xfrm>
          <a:prstGeom prst="roundRect">
            <a:avLst/>
          </a:prstGeom>
          <a:solidFill>
            <a:schemeClr val="bg1">
              <a:lumMod val="6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Project Manager: </a:t>
            </a:r>
            <a:r>
              <a:rPr lang="en-US" sz="1200" b="1"/>
              <a:t>Marcos Trujillo</a:t>
            </a:r>
          </a:p>
        </p:txBody>
      </p:sp>
      <p:graphicFrame>
        <p:nvGraphicFramePr>
          <p:cNvPr id="26" name="25 Tabla"/>
          <p:cNvGraphicFramePr>
            <a:graphicFrameLocks noGrp="1"/>
          </p:cNvGraphicFramePr>
          <p:nvPr>
            <p:extLst>
              <p:ext uri="{D42A27DB-BD31-4B8C-83A1-F6EECF244321}">
                <p14:modId xmlns:p14="http://schemas.microsoft.com/office/powerpoint/2010/main" val="2275952975"/>
              </p:ext>
            </p:extLst>
          </p:nvPr>
        </p:nvGraphicFramePr>
        <p:xfrm>
          <a:off x="3059832" y="620688"/>
          <a:ext cx="5820460" cy="648072"/>
        </p:xfrm>
        <a:graphic>
          <a:graphicData uri="http://schemas.openxmlformats.org/drawingml/2006/table">
            <a:tbl>
              <a:tblPr/>
              <a:tblGrid>
                <a:gridCol w="5820460">
                  <a:extLst>
                    <a:ext uri="{9D8B030D-6E8A-4147-A177-3AD203B41FA5}">
                      <a16:colId xmlns:a16="http://schemas.microsoft.com/office/drawing/2014/main" val="20000"/>
                    </a:ext>
                  </a:extLst>
                </a:gridCol>
              </a:tblGrid>
              <a:tr h="648072">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bg1">
                              <a:lumMod val="50000"/>
                            </a:schemeClr>
                          </a:solidFill>
                          <a:effectLst/>
                          <a:latin typeface="+mn-lt"/>
                          <a:ea typeface="+mn-ea"/>
                          <a:cs typeface="+mn-cs"/>
                        </a:rPr>
                        <a:t>Generator 35 KW &amp; TS Relocation: Relocation &amp; TS 35KW generator</a:t>
                      </a: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25" name="24 Elipse"/>
          <p:cNvSpPr/>
          <p:nvPr/>
        </p:nvSpPr>
        <p:spPr>
          <a:xfrm>
            <a:off x="2579304" y="305360"/>
            <a:ext cx="288032" cy="288032"/>
          </a:xfrm>
          <a:prstGeom prst="ellipse">
            <a:avLst/>
          </a:prstGeom>
          <a:solidFill>
            <a:srgbClr val="FFFF00"/>
          </a:solidFill>
          <a:ln w="19050">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3 Tabla"/>
          <p:cNvGraphicFramePr>
            <a:graphicFrameLocks noGrp="1"/>
          </p:cNvGraphicFramePr>
          <p:nvPr>
            <p:extLst>
              <p:ext uri="{D42A27DB-BD31-4B8C-83A1-F6EECF244321}">
                <p14:modId xmlns:p14="http://schemas.microsoft.com/office/powerpoint/2010/main" val="123174436"/>
              </p:ext>
            </p:extLst>
          </p:nvPr>
        </p:nvGraphicFramePr>
        <p:xfrm>
          <a:off x="3170196" y="3933056"/>
          <a:ext cx="5616624" cy="1524000"/>
        </p:xfrm>
        <a:graphic>
          <a:graphicData uri="http://schemas.openxmlformats.org/drawingml/2006/table">
            <a:tbl>
              <a:tblPr/>
              <a:tblGrid>
                <a:gridCol w="2409916">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12305">
                  <a:extLst>
                    <a:ext uri="{9D8B030D-6E8A-4147-A177-3AD203B41FA5}">
                      <a16:colId xmlns:a16="http://schemas.microsoft.com/office/drawing/2014/main" val="20002"/>
                    </a:ext>
                  </a:extLst>
                </a:gridCol>
                <a:gridCol w="920479">
                  <a:extLst>
                    <a:ext uri="{9D8B030D-6E8A-4147-A177-3AD203B41FA5}">
                      <a16:colId xmlns:a16="http://schemas.microsoft.com/office/drawing/2014/main" val="20003"/>
                    </a:ext>
                  </a:extLst>
                </a:gridCol>
                <a:gridCol w="681836">
                  <a:extLst>
                    <a:ext uri="{9D8B030D-6E8A-4147-A177-3AD203B41FA5}">
                      <a16:colId xmlns:a16="http://schemas.microsoft.com/office/drawing/2014/main" val="20004"/>
                    </a:ext>
                  </a:extLst>
                </a:gridCol>
              </a:tblGrid>
              <a:tr h="37392">
                <a:tc>
                  <a:txBody>
                    <a:bodyPr/>
                    <a:lstStyle/>
                    <a:p>
                      <a:pPr algn="ctr" rtl="0" fontAlgn="ctr"/>
                      <a:r>
                        <a:rPr lang="en-US" sz="1000" b="1" i="0" u="none" strike="noStrike" dirty="0">
                          <a:solidFill>
                            <a:srgbClr val="808080"/>
                          </a:solidFill>
                          <a:effectLst/>
                          <a:latin typeface="NII Sans"/>
                        </a:rPr>
                        <a:t>Milestone / Activity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Start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Revised End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tcPr>
                </a:tc>
                <a:tc>
                  <a:txBody>
                    <a:bodyPr/>
                    <a:lstStyle/>
                    <a:p>
                      <a:pPr algn="ctr" rtl="0" fontAlgn="ctr"/>
                      <a:r>
                        <a:rPr lang="en-US" sz="1000" b="1" i="0" u="none" strike="noStrike" dirty="0">
                          <a:solidFill>
                            <a:srgbClr val="808080"/>
                          </a:solidFill>
                          <a:effectLst/>
                          <a:latin typeface="NII Sans"/>
                        </a:rPr>
                        <a:t>Status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808080"/>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145893">
                <a:tc>
                  <a:txBody>
                    <a:bodyPr/>
                    <a:lstStyle/>
                    <a:p>
                      <a:pPr algn="l" rtl="0" fontAlgn="ctr"/>
                      <a:r>
                        <a:rPr lang="en-US" sz="1000" b="0" i="0" u="none" strike="noStrike" dirty="0">
                          <a:solidFill>
                            <a:srgbClr val="808080"/>
                          </a:solidFill>
                          <a:effectLst/>
                          <a:latin typeface="NII Sans"/>
                        </a:rPr>
                        <a:t>Final</a:t>
                      </a:r>
                      <a:r>
                        <a:rPr lang="en-US" sz="1000" b="0" i="0" u="none" strike="noStrike" baseline="0" dirty="0">
                          <a:solidFill>
                            <a:srgbClr val="808080"/>
                          </a:solidFill>
                          <a:effectLst/>
                          <a:latin typeface="NII Sans"/>
                        </a:rPr>
                        <a:t> </a:t>
                      </a:r>
                      <a:r>
                        <a:rPr lang="en-US" sz="1000" b="0" i="0" u="none" strike="noStrike" baseline="0" dirty="0" err="1">
                          <a:solidFill>
                            <a:srgbClr val="808080"/>
                          </a:solidFill>
                          <a:effectLst/>
                          <a:latin typeface="NII Sans"/>
                        </a:rPr>
                        <a:t>BoQ</a:t>
                      </a:r>
                      <a:r>
                        <a:rPr lang="en-US" sz="1000" b="0" i="0" u="none" strike="noStrike" baseline="0" dirty="0">
                          <a:solidFill>
                            <a:srgbClr val="808080"/>
                          </a:solidFill>
                          <a:effectLst/>
                          <a:latin typeface="NII Sans"/>
                        </a:rPr>
                        <a:t> Final</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20-Feb-13</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45893">
                <a:tc>
                  <a:txBody>
                    <a:bodyPr/>
                    <a:lstStyle/>
                    <a:p>
                      <a:pPr algn="l" rtl="0" fontAlgn="ctr"/>
                      <a:r>
                        <a:rPr lang="en-US" sz="1000" b="0" i="0" u="none" strike="noStrike" dirty="0">
                          <a:solidFill>
                            <a:srgbClr val="808080"/>
                          </a:solidFill>
                          <a:effectLst/>
                          <a:latin typeface="NII Sans"/>
                        </a:rPr>
                        <a:t>Product</a:t>
                      </a:r>
                      <a:r>
                        <a:rPr lang="en-US" sz="1000" b="0" i="0" u="none" strike="noStrike" baseline="0" dirty="0">
                          <a:solidFill>
                            <a:srgbClr val="808080"/>
                          </a:solidFill>
                          <a:effectLst/>
                          <a:latin typeface="NII Sans"/>
                        </a:rPr>
                        <a:t> register in Oracle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s-CO" sz="1000" b="0" i="0" u="none" strike="noStrike" dirty="0">
                          <a:solidFill>
                            <a:srgbClr val="808080"/>
                          </a:solidFill>
                          <a:effectLst/>
                          <a:latin typeface="+mn-lt"/>
                        </a:rPr>
                        <a:t>23-Feb-13</a:t>
                      </a:r>
                      <a:r>
                        <a:rPr lang="es-CO" sz="1000" b="0" i="0" u="none" strike="noStrike" baseline="0" dirty="0">
                          <a:solidFill>
                            <a:srgbClr val="808080"/>
                          </a:solidFill>
                          <a:effectLst/>
                          <a:latin typeface="+mn-lt"/>
                        </a:rPr>
                        <a:t>     </a:t>
                      </a:r>
                      <a:endParaRPr lang="en-US" sz="1000" b="0" i="0" u="none" strike="noStrike" dirty="0">
                        <a:solidFill>
                          <a:srgbClr val="80808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22-Feb-13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baseline="0" dirty="0">
                          <a:solidFill>
                            <a:srgbClr val="808080"/>
                          </a:solidFill>
                          <a:effectLst/>
                          <a:latin typeface="NII Sans"/>
                        </a:rPr>
                        <a:t>     22-Mar-13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2"/>
                  </a:ext>
                </a:extLst>
              </a:tr>
              <a:tr h="145893">
                <a:tc>
                  <a:txBody>
                    <a:bodyPr/>
                    <a:lstStyle/>
                    <a:p>
                      <a:pPr algn="l" rtl="0" fontAlgn="ctr"/>
                      <a:r>
                        <a:rPr lang="en-US" sz="1000" b="0" i="0" u="none" strike="noStrike" dirty="0">
                          <a:solidFill>
                            <a:srgbClr val="808080"/>
                          </a:solidFill>
                          <a:effectLst/>
                          <a:latin typeface="NII Sans"/>
                        </a:rPr>
                        <a:t>Requisition</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23-Feb-13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22-Mar-13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Close</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r h="145893">
                <a:tc>
                  <a:txBody>
                    <a:bodyPr/>
                    <a:lstStyle/>
                    <a:p>
                      <a:pPr algn="l" rtl="0" fontAlgn="ctr"/>
                      <a:r>
                        <a:rPr lang="en-US" sz="1000" b="0" i="0" u="none" strike="noStrike" dirty="0">
                          <a:solidFill>
                            <a:srgbClr val="808080"/>
                          </a:solidFill>
                          <a:effectLst/>
                          <a:latin typeface="NII Sans"/>
                        </a:rPr>
                        <a:t>PO</a:t>
                      </a:r>
                      <a:r>
                        <a:rPr lang="en-US" sz="1000" b="0" i="0" u="none" strike="noStrike" baseline="0" dirty="0">
                          <a:solidFill>
                            <a:srgbClr val="808080"/>
                          </a:solidFill>
                          <a:effectLst/>
                          <a:latin typeface="NII Sans"/>
                        </a:rPr>
                        <a: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25-Mar-13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26-Mar-13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err="1">
                          <a:solidFill>
                            <a:schemeClr val="tx1"/>
                          </a:solidFill>
                          <a:effectLst/>
                          <a:latin typeface="NII Sans"/>
                          <a:ea typeface="+mn-ea"/>
                          <a:cs typeface="+mn-cs"/>
                        </a:rPr>
                        <a:t>Delay</a:t>
                      </a:r>
                      <a:endParaRPr lang="en-US" sz="1000" b="0" i="0" u="none" strike="noStrike" kern="1200" dirty="0">
                        <a:solidFill>
                          <a:schemeClr val="tx1"/>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r h="145893">
                <a:tc>
                  <a:txBody>
                    <a:bodyPr/>
                    <a:lstStyle/>
                    <a:p>
                      <a:pPr algn="l" rtl="0" fontAlgn="ctr"/>
                      <a:r>
                        <a:rPr lang="en-US" sz="1000" b="0" i="0" u="none" strike="noStrike" dirty="0">
                          <a:solidFill>
                            <a:srgbClr val="808080"/>
                          </a:solidFill>
                          <a:effectLst/>
                          <a:latin typeface="NII Sans"/>
                        </a:rPr>
                        <a:t>Delivery</a:t>
                      </a:r>
                      <a:r>
                        <a:rPr lang="en-US" sz="1000" b="0" i="0" u="none" strike="noStrike" baseline="0" dirty="0">
                          <a:solidFill>
                            <a:srgbClr val="808080"/>
                          </a:solidFill>
                          <a:effectLst/>
                          <a:latin typeface="NII Sans"/>
                        </a:rPr>
                        <a:t> equipment Date</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19-Apr-13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20-Apr-13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s-CO"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45893">
                <a:tc>
                  <a:txBody>
                    <a:bodyPr/>
                    <a:lstStyle/>
                    <a:p>
                      <a:pPr algn="l" rtl="0" fontAlgn="ctr"/>
                      <a:r>
                        <a:rPr lang="en-US" sz="1000" b="0" i="0" u="none" strike="noStrike" dirty="0">
                          <a:solidFill>
                            <a:srgbClr val="808080"/>
                          </a:solidFill>
                          <a:effectLst/>
                          <a:latin typeface="NII Sans"/>
                        </a:rPr>
                        <a:t>Kick</a:t>
                      </a:r>
                      <a:r>
                        <a:rPr lang="en-US" sz="1000" b="0" i="0" u="none" strike="noStrike" baseline="0" dirty="0">
                          <a:solidFill>
                            <a:srgbClr val="808080"/>
                          </a:solidFill>
                          <a:effectLst/>
                          <a:latin typeface="NII Sans"/>
                        </a:rPr>
                        <a:t> Off</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23-Apr-13    </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23-Apr-13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45893">
                <a:tc>
                  <a:txBody>
                    <a:bodyPr/>
                    <a:lstStyle/>
                    <a:p>
                      <a:pPr algn="l" rtl="0" fontAlgn="ctr"/>
                      <a:r>
                        <a:rPr lang="en-US" sz="1000" b="0" i="0" u="none" strike="noStrike" dirty="0">
                          <a:solidFill>
                            <a:srgbClr val="808080"/>
                          </a:solidFill>
                          <a:effectLst/>
                          <a:latin typeface="NII Sans"/>
                        </a:rPr>
                        <a:t>Start</a:t>
                      </a:r>
                      <a:r>
                        <a:rPr lang="en-US" sz="1000" b="0" i="0" u="none" strike="noStrike" baseline="0" dirty="0">
                          <a:solidFill>
                            <a:srgbClr val="808080"/>
                          </a:solidFill>
                          <a:effectLst/>
                          <a:latin typeface="NII Sans"/>
                        </a:rPr>
                        <a:t> project</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24-Apr-13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45893">
                <a:tc>
                  <a:txBody>
                    <a:bodyPr/>
                    <a:lstStyle/>
                    <a:p>
                      <a:pPr algn="l" rtl="0" fontAlgn="ctr"/>
                      <a:r>
                        <a:rPr lang="en-US" sz="1000" b="0" i="0" u="none" strike="noStrike" dirty="0">
                          <a:solidFill>
                            <a:srgbClr val="808080"/>
                          </a:solidFill>
                          <a:effectLst/>
                          <a:latin typeface="NII Sans"/>
                        </a:rPr>
                        <a:t>On</a:t>
                      </a:r>
                      <a:r>
                        <a:rPr lang="en-US" sz="1000" b="0" i="0" u="none" strike="noStrike" baseline="0" dirty="0">
                          <a:solidFill>
                            <a:srgbClr val="808080"/>
                          </a:solidFill>
                          <a:effectLst/>
                          <a:latin typeface="NII Sans"/>
                        </a:rPr>
                        <a:t> production</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04-Jul-13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04-Jul-13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45893">
                <a:tc>
                  <a:txBody>
                    <a:bodyPr/>
                    <a:lstStyle/>
                    <a:p>
                      <a:pPr algn="l" rtl="0" fontAlgn="ctr"/>
                      <a:r>
                        <a:rPr lang="en-US" sz="1000" b="0" i="0" u="none" strike="noStrike" dirty="0">
                          <a:solidFill>
                            <a:srgbClr val="808080"/>
                          </a:solidFill>
                          <a:effectLst/>
                          <a:latin typeface="NII Sans"/>
                        </a:rPr>
                        <a:t>Closure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05-Jul-13</a:t>
                      </a:r>
                      <a:r>
                        <a:rPr lang="es-CO" sz="1000" b="0" i="0" u="none" strike="noStrike" baseline="0" dirty="0">
                          <a:solidFill>
                            <a:srgbClr val="808080"/>
                          </a:solidFill>
                          <a:effectLst/>
                          <a:latin typeface="NII Sans"/>
                        </a:rPr>
                        <a:t>       </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r>
                        <a:rPr lang="es-CO" sz="1000" b="0" i="0" u="none" strike="noStrike" dirty="0">
                          <a:solidFill>
                            <a:srgbClr val="808080"/>
                          </a:solidFill>
                          <a:effectLst/>
                          <a:latin typeface="NII Sans"/>
                        </a:rPr>
                        <a:t> 05-Jul-13</a:t>
                      </a: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fontAlgn="ctr"/>
                      <a:endParaRPr lang="en-US" sz="1000" b="0" i="0" u="none" strike="noStrike" dirty="0">
                        <a:solidFill>
                          <a:srgbClr val="808080"/>
                        </a:solidFill>
                        <a:effectLst/>
                        <a:latin typeface="NII San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s-CO" sz="1000" b="0" i="0" u="none" strike="noStrike" kern="1200" dirty="0">
                          <a:solidFill>
                            <a:srgbClr val="FFFFFF"/>
                          </a:solidFill>
                          <a:effectLst/>
                          <a:latin typeface="NII Sans"/>
                          <a:ea typeface="+mn-ea"/>
                          <a:cs typeface="+mn-cs"/>
                        </a:rPr>
                        <a:t>Open</a:t>
                      </a:r>
                      <a:endParaRPr lang="en-US" sz="1000" b="0" i="0" u="none" strike="noStrike" kern="1200" dirty="0">
                        <a:solidFill>
                          <a:srgbClr val="FFFFFF"/>
                        </a:solidFill>
                        <a:effectLst/>
                        <a:latin typeface="NII Sans"/>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191142454"/>
      </p:ext>
    </p:extLst>
  </p:cSld>
  <p:clrMapOvr>
    <a:masterClrMapping/>
  </p:clrMapOvr>
</p:sld>
</file>

<file path=ppt/theme/theme1.xml><?xml version="1.0" encoding="utf-8"?>
<a:theme xmlns:a="http://schemas.openxmlformats.org/drawingml/2006/main" name="NII Template">
  <a:themeElements>
    <a:clrScheme name="NextelChange1">
      <a:dk1>
        <a:srgbClr val="000000"/>
      </a:dk1>
      <a:lt1>
        <a:srgbClr val="FFFFFF"/>
      </a:lt1>
      <a:dk2>
        <a:srgbClr val="E05206"/>
      </a:dk2>
      <a:lt2>
        <a:srgbClr val="D8D8D8"/>
      </a:lt2>
      <a:accent1>
        <a:srgbClr val="766A62"/>
      </a:accent1>
      <a:accent2>
        <a:srgbClr val="F59206"/>
      </a:accent2>
      <a:accent3>
        <a:srgbClr val="A09D96"/>
      </a:accent3>
      <a:accent4>
        <a:srgbClr val="FFC800"/>
      </a:accent4>
      <a:accent5>
        <a:srgbClr val="BAB3A8"/>
      </a:accent5>
      <a:accent6>
        <a:srgbClr val="FFFF00"/>
      </a:accent6>
      <a:hlink>
        <a:srgbClr val="E05206"/>
      </a:hlink>
      <a:folHlink>
        <a:srgbClr val="BAB3A8"/>
      </a:folHlink>
    </a:clrScheme>
    <a:fontScheme name="Nextel NII Sans">
      <a:majorFont>
        <a:latin typeface="NII Sans"/>
        <a:ea typeface=""/>
        <a:cs typeface=""/>
      </a:majorFont>
      <a:minorFont>
        <a:latin typeface="NII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tlCol="0">
        <a:spAutoFit/>
      </a:bodyPr>
      <a:lstStyle>
        <a:defPPr>
          <a:defRPr dirty="0" smtClean="0">
            <a:latin typeface="+mn-lt"/>
          </a:defRPr>
        </a:defPPr>
      </a:lst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529A51BA609764880BB0FC0708A5BFF" ma:contentTypeVersion="11" ma:contentTypeDescription="Crear nuevo documento." ma:contentTypeScope="" ma:versionID="e9b8634b71b187c880a5c9ab738b25c2">
  <xsd:schema xmlns:xsd="http://www.w3.org/2001/XMLSchema" xmlns:xs="http://www.w3.org/2001/XMLSchema" xmlns:p="http://schemas.microsoft.com/office/2006/metadata/properties" xmlns:ns2="75e38577-c75d-405b-8341-6ee002fd10f3" xmlns:ns3="2236d9cd-653c-46e7-b11b-38e0318339ba" targetNamespace="http://schemas.microsoft.com/office/2006/metadata/properties" ma:root="true" ma:fieldsID="4b89395a6150af20748e4a6843b5ab87" ns2:_="" ns3:_="">
    <xsd:import namespace="75e38577-c75d-405b-8341-6ee002fd10f3"/>
    <xsd:import namespace="2236d9cd-653c-46e7-b11b-38e0318339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e38577-c75d-405b-8341-6ee002fd10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2b61bc0c-9156-412f-b605-57ff87b11ec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36d9cd-653c-46e7-b11b-38e0318339b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32e8ca2-ee16-4fec-9553-7f7f3c70e82c}" ma:internalName="TaxCatchAll" ma:showField="CatchAllData" ma:web="2236d9cd-653c-46e7-b11b-38e0318339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5e38577-c75d-405b-8341-6ee002fd10f3">
      <Terms xmlns="http://schemas.microsoft.com/office/infopath/2007/PartnerControls"/>
    </lcf76f155ced4ddcb4097134ff3c332f>
    <TaxCatchAll xmlns="2236d9cd-653c-46e7-b11b-38e0318339ba" xsi:nil="true"/>
  </documentManagement>
</p:properties>
</file>

<file path=customXml/itemProps1.xml><?xml version="1.0" encoding="utf-8"?>
<ds:datastoreItem xmlns:ds="http://schemas.openxmlformats.org/officeDocument/2006/customXml" ds:itemID="{648042AF-DEF2-4C69-A3BA-930BF25D028D}"/>
</file>

<file path=customXml/itemProps2.xml><?xml version="1.0" encoding="utf-8"?>
<ds:datastoreItem xmlns:ds="http://schemas.openxmlformats.org/officeDocument/2006/customXml" ds:itemID="{6F77D8FE-A27F-463C-9813-196FCED7EB24}"/>
</file>

<file path=customXml/itemProps3.xml><?xml version="1.0" encoding="utf-8"?>
<ds:datastoreItem xmlns:ds="http://schemas.openxmlformats.org/officeDocument/2006/customXml" ds:itemID="{831137FA-FE15-4846-AEDC-56656E0A6E27}"/>
</file>

<file path=docProps/app.xml><?xml version="1.0" encoding="utf-8"?>
<Properties xmlns="http://schemas.openxmlformats.org/officeDocument/2006/extended-properties" xmlns:vt="http://schemas.openxmlformats.org/officeDocument/2006/docPropsVTypes">
  <Template>NII Template</Template>
  <TotalTime>21654</TotalTime>
  <Words>3783</Words>
  <Application>Microsoft Office PowerPoint</Application>
  <PresentationFormat>Presentación en pantalla (4:3)</PresentationFormat>
  <Paragraphs>1435</Paragraphs>
  <Slides>24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24</vt:i4>
      </vt:variant>
    </vt:vector>
  </HeadingPairs>
  <TitlesOfParts>
    <vt:vector size="31" baseType="lpstr">
      <vt:lpstr>Arial</vt:lpstr>
      <vt:lpstr>Calibri</vt:lpstr>
      <vt:lpstr>NII Sans</vt:lpstr>
      <vt:lpstr>NII Sans Light</vt:lpstr>
      <vt:lpstr>Times-Roman</vt:lpstr>
      <vt:lpstr>Wingdings</vt:lpstr>
      <vt:lpstr>NII Template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Review 2012</dc:title>
  <dc:creator>Ramos Vazquez, Hugo</dc:creator>
  <cp:lastModifiedBy>Clara Godínez Montaño</cp:lastModifiedBy>
  <cp:revision>451</cp:revision>
  <dcterms:created xsi:type="dcterms:W3CDTF">2011-10-03T03:34:40Z</dcterms:created>
  <dcterms:modified xsi:type="dcterms:W3CDTF">2025-05-26T19:31:37Z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0x010100A529A51BA609764880BB0FC0708A5BFF</vt:lpwstr>
  </property>
</Properties>
</file>